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3" r:id="rId3"/>
  </p:sldMasterIdLst>
  <p:notesMasterIdLst>
    <p:notesMasterId r:id="rId7"/>
  </p:notesMasterIdLst>
  <p:handoutMasterIdLst>
    <p:handoutMasterId r:id="rId8"/>
  </p:handoutMasterIdLst>
  <p:sldIdLst>
    <p:sldId id="16762998" r:id="rId4"/>
    <p:sldId id="16766707" r:id="rId5"/>
    <p:sldId id="390" r:id="rId6"/>
  </p:sldIdLst>
  <p:sldSz cx="12192000" cy="6858000"/>
  <p:notesSz cx="6805613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jindan" initials="l" lastIdx="3" clrIdx="0"/>
  <p:cmAuthor id="1" name="张 华" initials="张" lastIdx="1" clrIdx="0"/>
  <p:cmAuthor id="2" name="JGGW" initials="J" lastIdx="9" clrIdx="1"/>
  <p:cmAuthor id="3" name="闫松申" initials="闫松申" lastIdx="1" clrIdx="2"/>
  <p:cmAuthor id="4" name="张琦" initials="张琦" lastIdx="9" clrIdx="3"/>
  <p:cmAuthor id="5" name="Windows 用户" initials="W用" lastIdx="4" clrIdx="4"/>
  <p:cmAuthor id="48" name="Lindsay Gilbert" initials="LG" lastIdx="3" clrIdx="47"/>
  <p:cmAuthor id="6" name="作者" initials="A" lastIdx="0" clrIdx="3"/>
  <p:cmAuthor id="7" name="L" initials="L" lastIdx="5" clrIdx="6"/>
  <p:cmAuthor id="8" name="John" initials="J" lastIdx="7" clrIdx="2"/>
  <p:cmAuthor id="9" name="ehl0095" initials="e" lastIdx="1" clrIdx="8"/>
  <p:cmAuthor id="10" name="yunxia_ma@hansight.com" initials="y" lastIdx="6" clrIdx="10"/>
  <p:cmAuthor id="11" name="章旭" initials="章" lastIdx="7" clrIdx="10"/>
  <p:cmAuthor id="12" name="user" initials="u" lastIdx="4" clrIdx="11"/>
  <p:cmAuthor id="13" name="HOME" initials="H" lastIdx="1" clrIdx="12"/>
  <p:cmAuthor id="14" name="乔伟红" initials="乔伟红" lastIdx="5" clrIdx="13"/>
  <p:cmAuthor id="15" name="未知用户1" initials="未知用户1" lastIdx="21" clrIdx="14"/>
  <p:cmAuthor id="17" name="chardis" initials="xds" lastIdx="3" clrIdx="16"/>
  <p:cmAuthor id="19" name="gao" initials="g" lastIdx="2" clrIdx="18"/>
  <p:cmAuthor id="20" name="yunxia" initials="y" lastIdx="55" clrIdx="19"/>
  <p:cmAuthor id="71" name="Anja Mikic" initials="AM [30]" lastIdx="1" clrIdx="70"/>
  <p:cmAuthor id="28" name="mingyangsun" initials="m" lastIdx="3" clrIdx="27"/>
  <p:cmAuthor id="72" name="Julie Skodowski" initials="JS [29]" lastIdx="1" clrIdx="71"/>
  <p:cmAuthor id="73" name="YU XI" initials="YX" lastIdx="1" clrIdx="72"/>
  <p:cmAuthor id="74" name="吉建春" initials="吉建春" lastIdx="1" clrIdx="73"/>
  <p:cmAuthor id="75" name="刘春晓" initials="刘春晓" lastIdx="3" clrIdx="74"/>
  <p:cmAuthor id="76" name="树茂 王" initials="树王" lastIdx="2" clrIdx="75"/>
  <p:cmAuthor id="40" name="Sara Scheineson" initials="" lastIdx="44" clrIdx="3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3AB"/>
    <a:srgbClr val="1046EB"/>
    <a:srgbClr val="8FAADC"/>
    <a:srgbClr val="F6F9FD"/>
    <a:srgbClr val="20B38B"/>
    <a:srgbClr val="5B9BD5"/>
    <a:srgbClr val="F9E717"/>
    <a:srgbClr val="F8F9FD"/>
    <a:srgbClr val="51535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70" autoAdjust="0"/>
    <p:restoredTop sz="87852" autoAdjust="0"/>
  </p:normalViewPr>
  <p:slideViewPr>
    <p:cSldViewPr snapToGrid="0">
      <p:cViewPr varScale="1">
        <p:scale>
          <a:sx n="87" d="100"/>
          <a:sy n="87" d="100"/>
        </p:scale>
        <p:origin x="379" y="72"/>
      </p:cViewPr>
      <p:guideLst/>
    </p:cSldViewPr>
  </p:slideViewPr>
  <p:outlineViewPr>
    <p:cViewPr>
      <p:scale>
        <a:sx n="100" d="100"/>
        <a:sy n="100" d="100"/>
      </p:scale>
      <p:origin x="0" y="-3684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0" d="100"/>
        <a:sy n="120" d="100"/>
      </p:scale>
      <p:origin x="0" y="-22784"/>
    </p:cViewPr>
  </p:sorterViewPr>
  <p:notesViewPr>
    <p:cSldViewPr snapToGrid="0">
      <p:cViewPr varScale="1">
        <p:scale>
          <a:sx n="85" d="100"/>
          <a:sy n="85" d="100"/>
        </p:scale>
        <p:origin x="3280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33DE3-A70A-4692-AA41-49D81B3099E0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CBEC7-AF5A-48A4-8397-4035EC813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01518-338D-473E-B6FF-023ED49C03EB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957CE-7FEB-403D-B64D-E6D1F35F58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957CE-7FEB-403D-B64D-E6D1F35F58D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智能对话、一键报告生成、</a:t>
            </a:r>
            <a:r>
              <a:rPr lang="en-US" altLang="zh-CN" dirty="0"/>
              <a:t>H5</a:t>
            </a:r>
            <a:r>
              <a:rPr lang="zh-CN" altLang="en-US" dirty="0"/>
              <a:t>页面、小程序、</a:t>
            </a:r>
            <a:r>
              <a:rPr lang="en-US" altLang="zh-CN" dirty="0"/>
              <a:t>API</a:t>
            </a:r>
            <a:r>
              <a:rPr lang="zh-CN" altLang="en-US" dirty="0"/>
              <a:t>接入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957CE-7FEB-403D-B64D-E6D1F35F58D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59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957CE-7FEB-403D-B64D-E6D1F35F58D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65342" y="6356350"/>
            <a:ext cx="2743200" cy="365125"/>
          </a:xfrm>
        </p:spPr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51685" y="6390861"/>
            <a:ext cx="1028887" cy="271009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7817226-A4A8-4CA8-8499-073E4B5E2127}" type="datetimeFigureOut">
              <a:rPr lang="zh-CN" altLang="en-US" smtClean="0"/>
              <a:t>2026/6/20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70733" y="6397517"/>
            <a:ext cx="789305" cy="278947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E3A6F2A-4BD1-4B71-A85C-4AC4B8E4C9A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AutoShape 31"/>
          <p:cNvSpPr>
            <a:spLocks noChangeAspect="1" noChangeArrowheads="1" noTextEdit="1"/>
          </p:cNvSpPr>
          <p:nvPr/>
        </p:nvSpPr>
        <p:spPr bwMode="auto">
          <a:xfrm>
            <a:off x="566" y="236494"/>
            <a:ext cx="251119" cy="30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48" name="Freeform 14"/>
          <p:cNvSpPr/>
          <p:nvPr userDrawn="1"/>
        </p:nvSpPr>
        <p:spPr bwMode="auto">
          <a:xfrm>
            <a:off x="-304373" y="-458084"/>
            <a:ext cx="2678169" cy="1594655"/>
          </a:xfrm>
          <a:custGeom>
            <a:avLst/>
            <a:gdLst>
              <a:gd name="T0" fmla="*/ 233 w 240"/>
              <a:gd name="T1" fmla="*/ 98 h 143"/>
              <a:gd name="T2" fmla="*/ 0 w 240"/>
              <a:gd name="T3" fmla="*/ 52 h 143"/>
              <a:gd name="T4" fmla="*/ 5 w 240"/>
              <a:gd name="T5" fmla="*/ 66 h 143"/>
              <a:gd name="T6" fmla="*/ 37 w 240"/>
              <a:gd name="T7" fmla="*/ 58 h 143"/>
              <a:gd name="T8" fmla="*/ 71 w 240"/>
              <a:gd name="T9" fmla="*/ 58 h 143"/>
              <a:gd name="T10" fmla="*/ 112 w 240"/>
              <a:gd name="T11" fmla="*/ 71 h 143"/>
              <a:gd name="T12" fmla="*/ 148 w 240"/>
              <a:gd name="T13" fmla="*/ 97 h 143"/>
              <a:gd name="T14" fmla="*/ 174 w 240"/>
              <a:gd name="T15" fmla="*/ 122 h 143"/>
              <a:gd name="T16" fmla="*/ 194 w 240"/>
              <a:gd name="T17" fmla="*/ 136 h 143"/>
              <a:gd name="T18" fmla="*/ 233 w 240"/>
              <a:gd name="T19" fmla="*/ 129 h 143"/>
              <a:gd name="T20" fmla="*/ 233 w 240"/>
              <a:gd name="T21" fmla="*/ 98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0" h="143">
                <a:moveTo>
                  <a:pt x="233" y="98"/>
                </a:moveTo>
                <a:cubicBezTo>
                  <a:pt x="183" y="22"/>
                  <a:pt x="77" y="0"/>
                  <a:pt x="0" y="52"/>
                </a:cubicBezTo>
                <a:cubicBezTo>
                  <a:pt x="5" y="66"/>
                  <a:pt x="5" y="66"/>
                  <a:pt x="5" y="66"/>
                </a:cubicBezTo>
                <a:cubicBezTo>
                  <a:pt x="19" y="61"/>
                  <a:pt x="28" y="59"/>
                  <a:pt x="37" y="58"/>
                </a:cubicBezTo>
                <a:cubicBezTo>
                  <a:pt x="47" y="57"/>
                  <a:pt x="58" y="56"/>
                  <a:pt x="71" y="58"/>
                </a:cubicBezTo>
                <a:cubicBezTo>
                  <a:pt x="84" y="60"/>
                  <a:pt x="98" y="64"/>
                  <a:pt x="112" y="71"/>
                </a:cubicBezTo>
                <a:cubicBezTo>
                  <a:pt x="125" y="77"/>
                  <a:pt x="138" y="87"/>
                  <a:pt x="148" y="97"/>
                </a:cubicBezTo>
                <a:cubicBezTo>
                  <a:pt x="159" y="106"/>
                  <a:pt x="166" y="115"/>
                  <a:pt x="174" y="122"/>
                </a:cubicBezTo>
                <a:cubicBezTo>
                  <a:pt x="181" y="129"/>
                  <a:pt x="187" y="133"/>
                  <a:pt x="194" y="136"/>
                </a:cubicBezTo>
                <a:cubicBezTo>
                  <a:pt x="213" y="143"/>
                  <a:pt x="227" y="135"/>
                  <a:pt x="233" y="129"/>
                </a:cubicBezTo>
                <a:cubicBezTo>
                  <a:pt x="240" y="123"/>
                  <a:pt x="238" y="106"/>
                  <a:pt x="233" y="98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35" name="矩形 34"/>
          <p:cNvSpPr/>
          <p:nvPr userDrawn="1"/>
        </p:nvSpPr>
        <p:spPr>
          <a:xfrm>
            <a:off x="12335208" y="13387"/>
            <a:ext cx="384000" cy="387508"/>
          </a:xfrm>
          <a:prstGeom prst="rect">
            <a:avLst/>
          </a:prstGeom>
          <a:solidFill>
            <a:srgbClr val="00AB7A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335208" y="4695735"/>
            <a:ext cx="384000" cy="387508"/>
          </a:xfrm>
          <a:prstGeom prst="rect">
            <a:avLst/>
          </a:prstGeom>
          <a:solidFill>
            <a:srgbClr val="CCEEE4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335208" y="1769267"/>
            <a:ext cx="384000" cy="387508"/>
          </a:xfrm>
          <a:prstGeom prst="rect">
            <a:avLst/>
          </a:prstGeom>
          <a:solidFill>
            <a:srgbClr val="4DC4A2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335208" y="2354562"/>
            <a:ext cx="384000" cy="387508"/>
          </a:xfrm>
          <a:prstGeom prst="rect">
            <a:avLst/>
          </a:prstGeom>
          <a:solidFill>
            <a:srgbClr val="66CDAF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39" name="矩形 38"/>
          <p:cNvSpPr/>
          <p:nvPr userDrawn="1"/>
        </p:nvSpPr>
        <p:spPr>
          <a:xfrm>
            <a:off x="12335211" y="3525147"/>
            <a:ext cx="384000" cy="387508"/>
          </a:xfrm>
          <a:prstGeom prst="rect">
            <a:avLst/>
          </a:prstGeom>
          <a:solidFill>
            <a:srgbClr val="99DDCA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0" name="矩形 39"/>
          <p:cNvSpPr/>
          <p:nvPr userDrawn="1"/>
        </p:nvSpPr>
        <p:spPr>
          <a:xfrm>
            <a:off x="12335208" y="2939855"/>
            <a:ext cx="384000" cy="387508"/>
          </a:xfrm>
          <a:prstGeom prst="rect">
            <a:avLst/>
          </a:prstGeom>
          <a:solidFill>
            <a:srgbClr val="7FD5BC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12335205" y="5281027"/>
            <a:ext cx="384000" cy="387508"/>
          </a:xfrm>
          <a:prstGeom prst="rect">
            <a:avLst/>
          </a:prstGeom>
          <a:solidFill>
            <a:srgbClr val="E5F6F1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2" name="矩形 41"/>
          <p:cNvSpPr/>
          <p:nvPr userDrawn="1"/>
        </p:nvSpPr>
        <p:spPr>
          <a:xfrm>
            <a:off x="12335211" y="4110442"/>
            <a:ext cx="384000" cy="387508"/>
          </a:xfrm>
          <a:prstGeom prst="rect">
            <a:avLst/>
          </a:prstGeom>
          <a:solidFill>
            <a:srgbClr val="B2E6D7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2335208" y="598682"/>
            <a:ext cx="384000" cy="387508"/>
          </a:xfrm>
          <a:prstGeom prst="rect">
            <a:avLst/>
          </a:prstGeom>
          <a:solidFill>
            <a:srgbClr val="1AB488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12335208" y="1183975"/>
            <a:ext cx="384000" cy="387508"/>
          </a:xfrm>
          <a:prstGeom prst="rect">
            <a:avLst/>
          </a:prstGeom>
          <a:solidFill>
            <a:srgbClr val="33BC95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5" name="矩形 44"/>
          <p:cNvSpPr/>
          <p:nvPr userDrawn="1"/>
        </p:nvSpPr>
        <p:spPr>
          <a:xfrm>
            <a:off x="12335205" y="5866322"/>
            <a:ext cx="384000" cy="387508"/>
          </a:xfrm>
          <a:prstGeom prst="rect">
            <a:avLst/>
          </a:prstGeom>
          <a:solidFill>
            <a:srgbClr val="F2FBF8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6" name="矩形 45"/>
          <p:cNvSpPr/>
          <p:nvPr userDrawn="1"/>
        </p:nvSpPr>
        <p:spPr>
          <a:xfrm>
            <a:off x="12335208" y="6451615"/>
            <a:ext cx="384000" cy="387508"/>
          </a:xfrm>
          <a:prstGeom prst="rect">
            <a:avLst/>
          </a:prstGeom>
          <a:solidFill>
            <a:srgbClr val="F7FCFB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7" name="矩形 46"/>
          <p:cNvSpPr/>
          <p:nvPr userDrawn="1"/>
        </p:nvSpPr>
        <p:spPr>
          <a:xfrm>
            <a:off x="12943500" y="1769267"/>
            <a:ext cx="384000" cy="3875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9" name="矩形 48"/>
          <p:cNvSpPr/>
          <p:nvPr userDrawn="1"/>
        </p:nvSpPr>
        <p:spPr>
          <a:xfrm>
            <a:off x="12943500" y="2354562"/>
            <a:ext cx="384000" cy="387508"/>
          </a:xfrm>
          <a:prstGeom prst="rect">
            <a:avLst/>
          </a:prstGeom>
          <a:solidFill>
            <a:srgbClr val="F5F5F5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0" name="矩形 49"/>
          <p:cNvSpPr/>
          <p:nvPr userDrawn="1"/>
        </p:nvSpPr>
        <p:spPr>
          <a:xfrm>
            <a:off x="12943500" y="2939855"/>
            <a:ext cx="384000" cy="387508"/>
          </a:xfrm>
          <a:prstGeom prst="rect">
            <a:avLst/>
          </a:prstGeom>
          <a:solidFill>
            <a:srgbClr val="F7F7F7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1" name="矩形 50"/>
          <p:cNvSpPr/>
          <p:nvPr userDrawn="1"/>
        </p:nvSpPr>
        <p:spPr>
          <a:xfrm>
            <a:off x="12943500" y="3525147"/>
            <a:ext cx="384000" cy="387508"/>
          </a:xfrm>
          <a:prstGeom prst="rect">
            <a:avLst/>
          </a:prstGeom>
          <a:solidFill>
            <a:srgbClr val="F8F8F8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2" name="矩形 51"/>
          <p:cNvSpPr/>
          <p:nvPr userDrawn="1"/>
        </p:nvSpPr>
        <p:spPr>
          <a:xfrm>
            <a:off x="12943500" y="4110442"/>
            <a:ext cx="384000" cy="387508"/>
          </a:xfrm>
          <a:prstGeom prst="rect">
            <a:avLst/>
          </a:prstGeom>
          <a:solidFill>
            <a:srgbClr val="FAFAFA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3" name="矩形 52"/>
          <p:cNvSpPr/>
          <p:nvPr userDrawn="1"/>
        </p:nvSpPr>
        <p:spPr>
          <a:xfrm>
            <a:off x="12943500" y="13387"/>
            <a:ext cx="384000" cy="3875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4" name="矩形 53"/>
          <p:cNvSpPr/>
          <p:nvPr userDrawn="1"/>
        </p:nvSpPr>
        <p:spPr>
          <a:xfrm>
            <a:off x="12943500" y="598682"/>
            <a:ext cx="384000" cy="387508"/>
          </a:xfrm>
          <a:prstGeom prst="rect">
            <a:avLst/>
          </a:prstGeom>
          <a:solidFill>
            <a:srgbClr val="E8E8E8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5" name="矩形 54"/>
          <p:cNvSpPr/>
          <p:nvPr userDrawn="1"/>
        </p:nvSpPr>
        <p:spPr>
          <a:xfrm>
            <a:off x="12943500" y="1183975"/>
            <a:ext cx="384000" cy="387508"/>
          </a:xfrm>
          <a:prstGeom prst="rect">
            <a:avLst/>
          </a:prstGeom>
          <a:solidFill>
            <a:srgbClr val="F0F0F0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12943500" y="5281027"/>
            <a:ext cx="384000" cy="387508"/>
          </a:xfrm>
          <a:prstGeom prst="rect">
            <a:avLst/>
          </a:prstGeom>
          <a:solidFill>
            <a:srgbClr val="76ADC0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7" name="矩形 56"/>
          <p:cNvSpPr/>
          <p:nvPr userDrawn="1"/>
        </p:nvSpPr>
        <p:spPr>
          <a:xfrm>
            <a:off x="12943500" y="4695735"/>
            <a:ext cx="384000" cy="387508"/>
          </a:xfrm>
          <a:prstGeom prst="rect">
            <a:avLst/>
          </a:prstGeom>
          <a:solidFill>
            <a:srgbClr val="196E8D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12943500" y="5866322"/>
            <a:ext cx="384000" cy="387508"/>
          </a:xfrm>
          <a:prstGeom prst="rect">
            <a:avLst/>
          </a:prstGeom>
          <a:solidFill>
            <a:srgbClr val="C8DEE6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9" name="矩形 58"/>
          <p:cNvSpPr/>
          <p:nvPr userDrawn="1"/>
        </p:nvSpPr>
        <p:spPr>
          <a:xfrm>
            <a:off x="12943500" y="6451615"/>
            <a:ext cx="384000" cy="387508"/>
          </a:xfrm>
          <a:prstGeom prst="rect">
            <a:avLst/>
          </a:prstGeom>
          <a:solidFill>
            <a:srgbClr val="E8F0F3"/>
          </a:solidFill>
        </p:spPr>
        <p:txBody>
          <a:bodyPr wrap="square" lIns="216741" tIns="108369" rIns="216741" bIns="108369" rtlCol="0" anchor="ctr">
            <a:noAutofit/>
          </a:bodyPr>
          <a:lstStyle/>
          <a:p>
            <a:pPr marL="0" algn="ctr"/>
            <a:endParaRPr kumimoji="1" lang="zh-CN" altLang="en-US" sz="284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第二部分-市场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D89D5-81A4-4A0D-9D5D-359657DC793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9365974" y="634641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35FB3-519B-446A-99C5-3E8F18152CB9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9365974" y="634641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EE0D9-47CA-4F1E-85A5-258AB685AD8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9365974" y="634641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D0CF1-3C5D-4E4D-AEDC-D6C078258D3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679DC0-E15B-40F7-8C3A-38C73116D66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A0B75-EE21-4C1F-8EDA-8D86EC6541C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D0F1D-C5C0-46E4-8991-F2B16C1F582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C2B6D-F21A-4B5F-87F8-168DDA7E642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F1D21-E3B9-4EBD-A0D1-D9B618F0F4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482A6-6189-4B6D-BCDD-E78AE62DD03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3A982-377D-43B1-AD58-220734D4219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"/>
          <p:cNvSpPr txBox="1">
            <a:spLocks noChangeAspect="1"/>
          </p:cNvSpPr>
          <p:nvPr userDrawn="1"/>
        </p:nvSpPr>
        <p:spPr>
          <a:xfrm>
            <a:off x="11705890" y="6406806"/>
            <a:ext cx="287078" cy="288000"/>
          </a:xfrm>
          <a:prstGeom prst="ellipse">
            <a:avLst/>
          </a:prstGeom>
          <a:solidFill>
            <a:srgbClr val="229E5D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00"/>
            <a:endParaRPr kumimoji="1"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spect="1"/>
          </p:cNvSpPr>
          <p:nvPr userDrawn="1"/>
        </p:nvSpPr>
        <p:spPr>
          <a:xfrm>
            <a:off x="11636526" y="6412307"/>
            <a:ext cx="4258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D536D8EC-CC4B-5049-B4AB-30C5E66DA51C}" type="slidenum">
              <a:rPr kumimoji="1" lang="zh-CN" altLang="en-US" sz="120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>
            <a:grpSpLocks noChangeAspect="1"/>
          </p:cNvGrpSpPr>
          <p:nvPr userDrawn="1"/>
        </p:nvGrpSpPr>
        <p:grpSpPr>
          <a:xfrm>
            <a:off x="10806878" y="383901"/>
            <a:ext cx="1149770" cy="324000"/>
            <a:chOff x="9242426" y="727075"/>
            <a:chExt cx="1273175" cy="358775"/>
          </a:xfrm>
          <a:solidFill>
            <a:srgbClr val="319965"/>
          </a:solidFill>
        </p:grpSpPr>
        <p:sp>
          <p:nvSpPr>
            <p:cNvPr id="17" name="Freeform 5"/>
            <p:cNvSpPr/>
            <p:nvPr userDrawn="1"/>
          </p:nvSpPr>
          <p:spPr bwMode="auto">
            <a:xfrm>
              <a:off x="9344026" y="828675"/>
              <a:ext cx="155575" cy="155575"/>
            </a:xfrm>
            <a:custGeom>
              <a:avLst/>
              <a:gdLst>
                <a:gd name="T0" fmla="*/ 504 w 568"/>
                <a:gd name="T1" fmla="*/ 220 h 569"/>
                <a:gd name="T2" fmla="*/ 348 w 568"/>
                <a:gd name="T3" fmla="*/ 220 h 569"/>
                <a:gd name="T4" fmla="*/ 348 w 568"/>
                <a:gd name="T5" fmla="*/ 65 h 569"/>
                <a:gd name="T6" fmla="*/ 284 w 568"/>
                <a:gd name="T7" fmla="*/ 0 h 569"/>
                <a:gd name="T8" fmla="*/ 219 w 568"/>
                <a:gd name="T9" fmla="*/ 65 h 569"/>
                <a:gd name="T10" fmla="*/ 219 w 568"/>
                <a:gd name="T11" fmla="*/ 220 h 569"/>
                <a:gd name="T12" fmla="*/ 64 w 568"/>
                <a:gd name="T13" fmla="*/ 220 h 569"/>
                <a:gd name="T14" fmla="*/ 0 w 568"/>
                <a:gd name="T15" fmla="*/ 284 h 569"/>
                <a:gd name="T16" fmla="*/ 64 w 568"/>
                <a:gd name="T17" fmla="*/ 349 h 569"/>
                <a:gd name="T18" fmla="*/ 219 w 568"/>
                <a:gd name="T19" fmla="*/ 349 h 569"/>
                <a:gd name="T20" fmla="*/ 219 w 568"/>
                <a:gd name="T21" fmla="*/ 504 h 569"/>
                <a:gd name="T22" fmla="*/ 284 w 568"/>
                <a:gd name="T23" fmla="*/ 569 h 569"/>
                <a:gd name="T24" fmla="*/ 348 w 568"/>
                <a:gd name="T25" fmla="*/ 504 h 569"/>
                <a:gd name="T26" fmla="*/ 348 w 568"/>
                <a:gd name="T27" fmla="*/ 349 h 569"/>
                <a:gd name="T28" fmla="*/ 504 w 568"/>
                <a:gd name="T29" fmla="*/ 349 h 569"/>
                <a:gd name="T30" fmla="*/ 568 w 568"/>
                <a:gd name="T31" fmla="*/ 284 h 569"/>
                <a:gd name="T32" fmla="*/ 504 w 568"/>
                <a:gd name="T33" fmla="*/ 220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8" h="569">
                  <a:moveTo>
                    <a:pt x="504" y="220"/>
                  </a:moveTo>
                  <a:cubicBezTo>
                    <a:pt x="348" y="220"/>
                    <a:pt x="348" y="220"/>
                    <a:pt x="348" y="220"/>
                  </a:cubicBezTo>
                  <a:cubicBezTo>
                    <a:pt x="348" y="65"/>
                    <a:pt x="348" y="65"/>
                    <a:pt x="348" y="65"/>
                  </a:cubicBezTo>
                  <a:cubicBezTo>
                    <a:pt x="348" y="29"/>
                    <a:pt x="320" y="0"/>
                    <a:pt x="284" y="0"/>
                  </a:cubicBezTo>
                  <a:cubicBezTo>
                    <a:pt x="248" y="0"/>
                    <a:pt x="219" y="29"/>
                    <a:pt x="219" y="65"/>
                  </a:cubicBezTo>
                  <a:cubicBezTo>
                    <a:pt x="219" y="220"/>
                    <a:pt x="219" y="220"/>
                    <a:pt x="219" y="220"/>
                  </a:cubicBezTo>
                  <a:cubicBezTo>
                    <a:pt x="64" y="220"/>
                    <a:pt x="64" y="220"/>
                    <a:pt x="64" y="220"/>
                  </a:cubicBezTo>
                  <a:cubicBezTo>
                    <a:pt x="28" y="220"/>
                    <a:pt x="0" y="249"/>
                    <a:pt x="0" y="284"/>
                  </a:cubicBezTo>
                  <a:cubicBezTo>
                    <a:pt x="0" y="320"/>
                    <a:pt x="28" y="349"/>
                    <a:pt x="64" y="349"/>
                  </a:cubicBezTo>
                  <a:cubicBezTo>
                    <a:pt x="219" y="349"/>
                    <a:pt x="219" y="349"/>
                    <a:pt x="219" y="349"/>
                  </a:cubicBezTo>
                  <a:cubicBezTo>
                    <a:pt x="219" y="504"/>
                    <a:pt x="219" y="504"/>
                    <a:pt x="219" y="504"/>
                  </a:cubicBezTo>
                  <a:cubicBezTo>
                    <a:pt x="219" y="540"/>
                    <a:pt x="248" y="569"/>
                    <a:pt x="284" y="569"/>
                  </a:cubicBezTo>
                  <a:cubicBezTo>
                    <a:pt x="320" y="569"/>
                    <a:pt x="348" y="540"/>
                    <a:pt x="348" y="504"/>
                  </a:cubicBezTo>
                  <a:cubicBezTo>
                    <a:pt x="348" y="349"/>
                    <a:pt x="348" y="349"/>
                    <a:pt x="348" y="349"/>
                  </a:cubicBezTo>
                  <a:cubicBezTo>
                    <a:pt x="504" y="349"/>
                    <a:pt x="504" y="349"/>
                    <a:pt x="504" y="349"/>
                  </a:cubicBezTo>
                  <a:cubicBezTo>
                    <a:pt x="539" y="349"/>
                    <a:pt x="568" y="320"/>
                    <a:pt x="568" y="284"/>
                  </a:cubicBezTo>
                  <a:cubicBezTo>
                    <a:pt x="568" y="249"/>
                    <a:pt x="539" y="220"/>
                    <a:pt x="504" y="2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</a:endParaRPr>
            </a:p>
          </p:txBody>
        </p:sp>
        <p:sp>
          <p:nvSpPr>
            <p:cNvPr id="19" name="Freeform 6"/>
            <p:cNvSpPr>
              <a:spLocks noEditPoints="1"/>
            </p:cNvSpPr>
            <p:nvPr userDrawn="1"/>
          </p:nvSpPr>
          <p:spPr bwMode="auto">
            <a:xfrm>
              <a:off x="9242426" y="727075"/>
              <a:ext cx="358775" cy="358775"/>
            </a:xfrm>
            <a:custGeom>
              <a:avLst/>
              <a:gdLst>
                <a:gd name="T0" fmla="*/ 1211 w 1304"/>
                <a:gd name="T1" fmla="*/ 316 h 1304"/>
                <a:gd name="T2" fmla="*/ 1193 w 1304"/>
                <a:gd name="T3" fmla="*/ 289 h 1304"/>
                <a:gd name="T4" fmla="*/ 863 w 1304"/>
                <a:gd name="T5" fmla="*/ 35 h 1304"/>
                <a:gd name="T6" fmla="*/ 849 w 1304"/>
                <a:gd name="T7" fmla="*/ 31 h 1304"/>
                <a:gd name="T8" fmla="*/ 831 w 1304"/>
                <a:gd name="T9" fmla="*/ 25 h 1304"/>
                <a:gd name="T10" fmla="*/ 808 w 1304"/>
                <a:gd name="T11" fmla="*/ 19 h 1304"/>
                <a:gd name="T12" fmla="*/ 788 w 1304"/>
                <a:gd name="T13" fmla="*/ 15 h 1304"/>
                <a:gd name="T14" fmla="*/ 742 w 1304"/>
                <a:gd name="T15" fmla="*/ 7 h 1304"/>
                <a:gd name="T16" fmla="*/ 721 w 1304"/>
                <a:gd name="T17" fmla="*/ 4 h 1304"/>
                <a:gd name="T18" fmla="*/ 694 w 1304"/>
                <a:gd name="T19" fmla="*/ 2 h 1304"/>
                <a:gd name="T20" fmla="*/ 671 w 1304"/>
                <a:gd name="T21" fmla="*/ 1 h 1304"/>
                <a:gd name="T22" fmla="*/ 651 w 1304"/>
                <a:gd name="T23" fmla="*/ 0 h 1304"/>
                <a:gd name="T24" fmla="*/ 113 w 1304"/>
                <a:gd name="T25" fmla="*/ 286 h 1304"/>
                <a:gd name="T26" fmla="*/ 104 w 1304"/>
                <a:gd name="T27" fmla="*/ 300 h 1304"/>
                <a:gd name="T28" fmla="*/ 89 w 1304"/>
                <a:gd name="T29" fmla="*/ 323 h 1304"/>
                <a:gd name="T30" fmla="*/ 81 w 1304"/>
                <a:gd name="T31" fmla="*/ 338 h 1304"/>
                <a:gd name="T32" fmla="*/ 72 w 1304"/>
                <a:gd name="T33" fmla="*/ 354 h 1304"/>
                <a:gd name="T34" fmla="*/ 64 w 1304"/>
                <a:gd name="T35" fmla="*/ 371 h 1304"/>
                <a:gd name="T36" fmla="*/ 0 w 1304"/>
                <a:gd name="T37" fmla="*/ 652 h 1304"/>
                <a:gd name="T38" fmla="*/ 71 w 1304"/>
                <a:gd name="T39" fmla="*/ 949 h 1304"/>
                <a:gd name="T40" fmla="*/ 444 w 1304"/>
                <a:gd name="T41" fmla="*/ 1270 h 1304"/>
                <a:gd name="T42" fmla="*/ 464 w 1304"/>
                <a:gd name="T43" fmla="*/ 1277 h 1304"/>
                <a:gd name="T44" fmla="*/ 491 w 1304"/>
                <a:gd name="T45" fmla="*/ 1284 h 1304"/>
                <a:gd name="T46" fmla="*/ 513 w 1304"/>
                <a:gd name="T47" fmla="*/ 1289 h 1304"/>
                <a:gd name="T48" fmla="*/ 652 w 1304"/>
                <a:gd name="T49" fmla="*/ 1304 h 1304"/>
                <a:gd name="T50" fmla="*/ 686 w 1304"/>
                <a:gd name="T51" fmla="*/ 1304 h 1304"/>
                <a:gd name="T52" fmla="*/ 768 w 1304"/>
                <a:gd name="T53" fmla="*/ 1294 h 1304"/>
                <a:gd name="T54" fmla="*/ 784 w 1304"/>
                <a:gd name="T55" fmla="*/ 1291 h 1304"/>
                <a:gd name="T56" fmla="*/ 833 w 1304"/>
                <a:gd name="T57" fmla="*/ 1279 h 1304"/>
                <a:gd name="T58" fmla="*/ 850 w 1304"/>
                <a:gd name="T59" fmla="*/ 1274 h 1304"/>
                <a:gd name="T60" fmla="*/ 878 w 1304"/>
                <a:gd name="T61" fmla="*/ 1264 h 1304"/>
                <a:gd name="T62" fmla="*/ 897 w 1304"/>
                <a:gd name="T63" fmla="*/ 1257 h 1304"/>
                <a:gd name="T64" fmla="*/ 921 w 1304"/>
                <a:gd name="T65" fmla="*/ 1246 h 1304"/>
                <a:gd name="T66" fmla="*/ 940 w 1304"/>
                <a:gd name="T67" fmla="*/ 1238 h 1304"/>
                <a:gd name="T68" fmla="*/ 962 w 1304"/>
                <a:gd name="T69" fmla="*/ 1226 h 1304"/>
                <a:gd name="T70" fmla="*/ 980 w 1304"/>
                <a:gd name="T71" fmla="*/ 1216 h 1304"/>
                <a:gd name="T72" fmla="*/ 1304 w 1304"/>
                <a:gd name="T73" fmla="*/ 652 h 1304"/>
                <a:gd name="T74" fmla="*/ 1038 w 1304"/>
                <a:gd name="T75" fmla="*/ 1101 h 1304"/>
                <a:gd name="T76" fmla="*/ 342 w 1304"/>
                <a:gd name="T77" fmla="*/ 920 h 1304"/>
                <a:gd name="T78" fmla="*/ 115 w 1304"/>
                <a:gd name="T79" fmla="*/ 891 h 1304"/>
                <a:gd name="T80" fmla="*/ 112 w 1304"/>
                <a:gd name="T81" fmla="*/ 894 h 1304"/>
                <a:gd name="T82" fmla="*/ 267 w 1304"/>
                <a:gd name="T83" fmla="*/ 203 h 1304"/>
                <a:gd name="T84" fmla="*/ 962 w 1304"/>
                <a:gd name="T85" fmla="*/ 384 h 1304"/>
                <a:gd name="T86" fmla="*/ 1189 w 1304"/>
                <a:gd name="T87" fmla="*/ 414 h 1304"/>
                <a:gd name="T88" fmla="*/ 1193 w 1304"/>
                <a:gd name="T89" fmla="*/ 410 h 1304"/>
                <a:gd name="T90" fmla="*/ 1038 w 1304"/>
                <a:gd name="T91" fmla="*/ 1101 h 1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04" h="1304">
                  <a:moveTo>
                    <a:pt x="1212" y="319"/>
                  </a:moveTo>
                  <a:cubicBezTo>
                    <a:pt x="1212" y="318"/>
                    <a:pt x="1211" y="317"/>
                    <a:pt x="1211" y="316"/>
                  </a:cubicBezTo>
                  <a:cubicBezTo>
                    <a:pt x="1208" y="311"/>
                    <a:pt x="1205" y="306"/>
                    <a:pt x="1202" y="301"/>
                  </a:cubicBezTo>
                  <a:cubicBezTo>
                    <a:pt x="1199" y="297"/>
                    <a:pt x="1196" y="293"/>
                    <a:pt x="1193" y="289"/>
                  </a:cubicBezTo>
                  <a:cubicBezTo>
                    <a:pt x="1193" y="288"/>
                    <a:pt x="1193" y="288"/>
                    <a:pt x="1193" y="288"/>
                  </a:cubicBezTo>
                  <a:cubicBezTo>
                    <a:pt x="1114" y="171"/>
                    <a:pt x="999" y="81"/>
                    <a:pt x="863" y="35"/>
                  </a:cubicBezTo>
                  <a:cubicBezTo>
                    <a:pt x="862" y="35"/>
                    <a:pt x="862" y="35"/>
                    <a:pt x="861" y="35"/>
                  </a:cubicBezTo>
                  <a:cubicBezTo>
                    <a:pt x="857" y="33"/>
                    <a:pt x="853" y="32"/>
                    <a:pt x="849" y="31"/>
                  </a:cubicBezTo>
                  <a:cubicBezTo>
                    <a:pt x="847" y="30"/>
                    <a:pt x="844" y="29"/>
                    <a:pt x="842" y="28"/>
                  </a:cubicBezTo>
                  <a:cubicBezTo>
                    <a:pt x="838" y="27"/>
                    <a:pt x="835" y="26"/>
                    <a:pt x="831" y="25"/>
                  </a:cubicBezTo>
                  <a:cubicBezTo>
                    <a:pt x="826" y="24"/>
                    <a:pt x="820" y="22"/>
                    <a:pt x="814" y="21"/>
                  </a:cubicBezTo>
                  <a:cubicBezTo>
                    <a:pt x="812" y="20"/>
                    <a:pt x="810" y="20"/>
                    <a:pt x="808" y="19"/>
                  </a:cubicBezTo>
                  <a:cubicBezTo>
                    <a:pt x="803" y="18"/>
                    <a:pt x="798" y="17"/>
                    <a:pt x="794" y="16"/>
                  </a:cubicBezTo>
                  <a:cubicBezTo>
                    <a:pt x="792" y="15"/>
                    <a:pt x="790" y="15"/>
                    <a:pt x="788" y="15"/>
                  </a:cubicBezTo>
                  <a:cubicBezTo>
                    <a:pt x="774" y="12"/>
                    <a:pt x="761" y="9"/>
                    <a:pt x="747" y="7"/>
                  </a:cubicBezTo>
                  <a:cubicBezTo>
                    <a:pt x="745" y="7"/>
                    <a:pt x="744" y="7"/>
                    <a:pt x="742" y="7"/>
                  </a:cubicBezTo>
                  <a:cubicBezTo>
                    <a:pt x="736" y="6"/>
                    <a:pt x="730" y="5"/>
                    <a:pt x="724" y="4"/>
                  </a:cubicBezTo>
                  <a:cubicBezTo>
                    <a:pt x="723" y="4"/>
                    <a:pt x="722" y="4"/>
                    <a:pt x="721" y="4"/>
                  </a:cubicBezTo>
                  <a:cubicBezTo>
                    <a:pt x="714" y="3"/>
                    <a:pt x="707" y="3"/>
                    <a:pt x="700" y="2"/>
                  </a:cubicBezTo>
                  <a:cubicBezTo>
                    <a:pt x="698" y="2"/>
                    <a:pt x="696" y="2"/>
                    <a:pt x="694" y="2"/>
                  </a:cubicBezTo>
                  <a:cubicBezTo>
                    <a:pt x="690" y="1"/>
                    <a:pt x="685" y="1"/>
                    <a:pt x="680" y="1"/>
                  </a:cubicBezTo>
                  <a:cubicBezTo>
                    <a:pt x="677" y="1"/>
                    <a:pt x="674" y="1"/>
                    <a:pt x="671" y="1"/>
                  </a:cubicBezTo>
                  <a:cubicBezTo>
                    <a:pt x="668" y="1"/>
                    <a:pt x="664" y="1"/>
                    <a:pt x="660" y="1"/>
                  </a:cubicBezTo>
                  <a:cubicBezTo>
                    <a:pt x="657" y="0"/>
                    <a:pt x="654" y="0"/>
                    <a:pt x="651" y="0"/>
                  </a:cubicBezTo>
                  <a:cubicBezTo>
                    <a:pt x="640" y="0"/>
                    <a:pt x="629" y="1"/>
                    <a:pt x="618" y="1"/>
                  </a:cubicBezTo>
                  <a:cubicBezTo>
                    <a:pt x="408" y="12"/>
                    <a:pt x="224" y="123"/>
                    <a:pt x="113" y="286"/>
                  </a:cubicBezTo>
                  <a:cubicBezTo>
                    <a:pt x="112" y="287"/>
                    <a:pt x="112" y="288"/>
                    <a:pt x="111" y="289"/>
                  </a:cubicBezTo>
                  <a:cubicBezTo>
                    <a:pt x="109" y="293"/>
                    <a:pt x="106" y="296"/>
                    <a:pt x="104" y="300"/>
                  </a:cubicBezTo>
                  <a:cubicBezTo>
                    <a:pt x="103" y="301"/>
                    <a:pt x="102" y="302"/>
                    <a:pt x="101" y="304"/>
                  </a:cubicBezTo>
                  <a:cubicBezTo>
                    <a:pt x="97" y="310"/>
                    <a:pt x="93" y="317"/>
                    <a:pt x="89" y="323"/>
                  </a:cubicBezTo>
                  <a:cubicBezTo>
                    <a:pt x="88" y="325"/>
                    <a:pt x="87" y="327"/>
                    <a:pt x="86" y="329"/>
                  </a:cubicBezTo>
                  <a:cubicBezTo>
                    <a:pt x="85" y="332"/>
                    <a:pt x="83" y="335"/>
                    <a:pt x="81" y="338"/>
                  </a:cubicBezTo>
                  <a:cubicBezTo>
                    <a:pt x="80" y="341"/>
                    <a:pt x="78" y="343"/>
                    <a:pt x="77" y="346"/>
                  </a:cubicBezTo>
                  <a:cubicBezTo>
                    <a:pt x="75" y="348"/>
                    <a:pt x="74" y="351"/>
                    <a:pt x="72" y="354"/>
                  </a:cubicBezTo>
                  <a:cubicBezTo>
                    <a:pt x="70" y="358"/>
                    <a:pt x="68" y="363"/>
                    <a:pt x="66" y="367"/>
                  </a:cubicBezTo>
                  <a:cubicBezTo>
                    <a:pt x="65" y="368"/>
                    <a:pt x="65" y="369"/>
                    <a:pt x="64" y="371"/>
                  </a:cubicBezTo>
                  <a:cubicBezTo>
                    <a:pt x="64" y="371"/>
                    <a:pt x="64" y="371"/>
                    <a:pt x="64" y="371"/>
                  </a:cubicBezTo>
                  <a:cubicBezTo>
                    <a:pt x="23" y="456"/>
                    <a:pt x="0" y="552"/>
                    <a:pt x="0" y="652"/>
                  </a:cubicBezTo>
                  <a:cubicBezTo>
                    <a:pt x="0" y="759"/>
                    <a:pt x="26" y="860"/>
                    <a:pt x="71" y="948"/>
                  </a:cubicBezTo>
                  <a:cubicBezTo>
                    <a:pt x="71" y="949"/>
                    <a:pt x="71" y="949"/>
                    <a:pt x="71" y="949"/>
                  </a:cubicBezTo>
                  <a:cubicBezTo>
                    <a:pt x="148" y="1099"/>
                    <a:pt x="281" y="1215"/>
                    <a:pt x="442" y="1270"/>
                  </a:cubicBezTo>
                  <a:cubicBezTo>
                    <a:pt x="442" y="1270"/>
                    <a:pt x="443" y="1270"/>
                    <a:pt x="444" y="1270"/>
                  </a:cubicBezTo>
                  <a:cubicBezTo>
                    <a:pt x="447" y="1271"/>
                    <a:pt x="451" y="1273"/>
                    <a:pt x="455" y="1274"/>
                  </a:cubicBezTo>
                  <a:cubicBezTo>
                    <a:pt x="458" y="1275"/>
                    <a:pt x="461" y="1276"/>
                    <a:pt x="464" y="1277"/>
                  </a:cubicBezTo>
                  <a:cubicBezTo>
                    <a:pt x="467" y="1278"/>
                    <a:pt x="470" y="1278"/>
                    <a:pt x="472" y="1279"/>
                  </a:cubicBezTo>
                  <a:cubicBezTo>
                    <a:pt x="479" y="1281"/>
                    <a:pt x="485" y="1283"/>
                    <a:pt x="491" y="1284"/>
                  </a:cubicBezTo>
                  <a:cubicBezTo>
                    <a:pt x="492" y="1284"/>
                    <a:pt x="493" y="1285"/>
                    <a:pt x="494" y="1285"/>
                  </a:cubicBezTo>
                  <a:cubicBezTo>
                    <a:pt x="500" y="1286"/>
                    <a:pt x="507" y="1288"/>
                    <a:pt x="513" y="1289"/>
                  </a:cubicBezTo>
                  <a:cubicBezTo>
                    <a:pt x="514" y="1290"/>
                    <a:pt x="514" y="1290"/>
                    <a:pt x="515" y="1290"/>
                  </a:cubicBezTo>
                  <a:cubicBezTo>
                    <a:pt x="559" y="1299"/>
                    <a:pt x="605" y="1304"/>
                    <a:pt x="652" y="1304"/>
                  </a:cubicBezTo>
                  <a:cubicBezTo>
                    <a:pt x="660" y="1304"/>
                    <a:pt x="668" y="1304"/>
                    <a:pt x="676" y="1304"/>
                  </a:cubicBezTo>
                  <a:cubicBezTo>
                    <a:pt x="680" y="1304"/>
                    <a:pt x="683" y="1304"/>
                    <a:pt x="686" y="1304"/>
                  </a:cubicBezTo>
                  <a:cubicBezTo>
                    <a:pt x="714" y="1302"/>
                    <a:pt x="741" y="1299"/>
                    <a:pt x="768" y="1294"/>
                  </a:cubicBezTo>
                  <a:cubicBezTo>
                    <a:pt x="768" y="1294"/>
                    <a:pt x="768" y="1294"/>
                    <a:pt x="768" y="1294"/>
                  </a:cubicBezTo>
                  <a:cubicBezTo>
                    <a:pt x="773" y="1293"/>
                    <a:pt x="778" y="1292"/>
                    <a:pt x="784" y="1291"/>
                  </a:cubicBezTo>
                  <a:cubicBezTo>
                    <a:pt x="784" y="1291"/>
                    <a:pt x="784" y="1291"/>
                    <a:pt x="784" y="1291"/>
                  </a:cubicBezTo>
                  <a:cubicBezTo>
                    <a:pt x="799" y="1288"/>
                    <a:pt x="814" y="1284"/>
                    <a:pt x="828" y="1280"/>
                  </a:cubicBezTo>
                  <a:cubicBezTo>
                    <a:pt x="830" y="1280"/>
                    <a:pt x="831" y="1279"/>
                    <a:pt x="833" y="1279"/>
                  </a:cubicBezTo>
                  <a:cubicBezTo>
                    <a:pt x="837" y="1278"/>
                    <a:pt x="841" y="1276"/>
                    <a:pt x="846" y="1275"/>
                  </a:cubicBezTo>
                  <a:cubicBezTo>
                    <a:pt x="847" y="1275"/>
                    <a:pt x="848" y="1274"/>
                    <a:pt x="850" y="1274"/>
                  </a:cubicBezTo>
                  <a:cubicBezTo>
                    <a:pt x="857" y="1272"/>
                    <a:pt x="864" y="1269"/>
                    <a:pt x="871" y="1267"/>
                  </a:cubicBezTo>
                  <a:cubicBezTo>
                    <a:pt x="873" y="1266"/>
                    <a:pt x="876" y="1265"/>
                    <a:pt x="878" y="1264"/>
                  </a:cubicBezTo>
                  <a:cubicBezTo>
                    <a:pt x="881" y="1263"/>
                    <a:pt x="885" y="1262"/>
                    <a:pt x="888" y="1260"/>
                  </a:cubicBezTo>
                  <a:cubicBezTo>
                    <a:pt x="891" y="1259"/>
                    <a:pt x="894" y="1258"/>
                    <a:pt x="897" y="1257"/>
                  </a:cubicBezTo>
                  <a:cubicBezTo>
                    <a:pt x="900" y="1256"/>
                    <a:pt x="902" y="1255"/>
                    <a:pt x="905" y="1253"/>
                  </a:cubicBezTo>
                  <a:cubicBezTo>
                    <a:pt x="911" y="1251"/>
                    <a:pt x="916" y="1249"/>
                    <a:pt x="921" y="1246"/>
                  </a:cubicBezTo>
                  <a:cubicBezTo>
                    <a:pt x="923" y="1246"/>
                    <a:pt x="925" y="1245"/>
                    <a:pt x="927" y="1244"/>
                  </a:cubicBezTo>
                  <a:cubicBezTo>
                    <a:pt x="931" y="1242"/>
                    <a:pt x="935" y="1240"/>
                    <a:pt x="940" y="1238"/>
                  </a:cubicBezTo>
                  <a:cubicBezTo>
                    <a:pt x="945" y="1235"/>
                    <a:pt x="945" y="1235"/>
                    <a:pt x="945" y="1235"/>
                  </a:cubicBezTo>
                  <a:cubicBezTo>
                    <a:pt x="950" y="1232"/>
                    <a:pt x="956" y="1229"/>
                    <a:pt x="962" y="1226"/>
                  </a:cubicBezTo>
                  <a:cubicBezTo>
                    <a:pt x="962" y="1226"/>
                    <a:pt x="962" y="1226"/>
                    <a:pt x="962" y="1226"/>
                  </a:cubicBezTo>
                  <a:cubicBezTo>
                    <a:pt x="968" y="1223"/>
                    <a:pt x="974" y="1219"/>
                    <a:pt x="980" y="1216"/>
                  </a:cubicBezTo>
                  <a:cubicBezTo>
                    <a:pt x="981" y="1216"/>
                    <a:pt x="981" y="1216"/>
                    <a:pt x="981" y="1215"/>
                  </a:cubicBezTo>
                  <a:cubicBezTo>
                    <a:pt x="1174" y="1102"/>
                    <a:pt x="1304" y="892"/>
                    <a:pt x="1304" y="652"/>
                  </a:cubicBezTo>
                  <a:cubicBezTo>
                    <a:pt x="1304" y="530"/>
                    <a:pt x="1271" y="416"/>
                    <a:pt x="1212" y="319"/>
                  </a:cubicBezTo>
                  <a:moveTo>
                    <a:pt x="1038" y="1101"/>
                  </a:moveTo>
                  <a:cubicBezTo>
                    <a:pt x="994" y="1124"/>
                    <a:pt x="942" y="1142"/>
                    <a:pt x="886" y="1148"/>
                  </a:cubicBezTo>
                  <a:cubicBezTo>
                    <a:pt x="660" y="1173"/>
                    <a:pt x="513" y="1090"/>
                    <a:pt x="342" y="920"/>
                  </a:cubicBezTo>
                  <a:cubicBezTo>
                    <a:pt x="319" y="898"/>
                    <a:pt x="281" y="875"/>
                    <a:pt x="263" y="868"/>
                  </a:cubicBezTo>
                  <a:cubicBezTo>
                    <a:pt x="189" y="842"/>
                    <a:pt x="138" y="874"/>
                    <a:pt x="115" y="891"/>
                  </a:cubicBezTo>
                  <a:cubicBezTo>
                    <a:pt x="115" y="891"/>
                    <a:pt x="115" y="891"/>
                    <a:pt x="115" y="891"/>
                  </a:cubicBezTo>
                  <a:cubicBezTo>
                    <a:pt x="115" y="891"/>
                    <a:pt x="114" y="892"/>
                    <a:pt x="112" y="894"/>
                  </a:cubicBezTo>
                  <a:cubicBezTo>
                    <a:pt x="79" y="820"/>
                    <a:pt x="60" y="738"/>
                    <a:pt x="60" y="652"/>
                  </a:cubicBezTo>
                  <a:cubicBezTo>
                    <a:pt x="60" y="473"/>
                    <a:pt x="141" y="312"/>
                    <a:pt x="267" y="203"/>
                  </a:cubicBezTo>
                  <a:cubicBezTo>
                    <a:pt x="312" y="180"/>
                    <a:pt x="362" y="163"/>
                    <a:pt x="419" y="157"/>
                  </a:cubicBezTo>
                  <a:cubicBezTo>
                    <a:pt x="644" y="131"/>
                    <a:pt x="791" y="215"/>
                    <a:pt x="962" y="384"/>
                  </a:cubicBezTo>
                  <a:cubicBezTo>
                    <a:pt x="985" y="407"/>
                    <a:pt x="1023" y="430"/>
                    <a:pt x="1041" y="436"/>
                  </a:cubicBezTo>
                  <a:cubicBezTo>
                    <a:pt x="1116" y="463"/>
                    <a:pt x="1167" y="431"/>
                    <a:pt x="1189" y="414"/>
                  </a:cubicBezTo>
                  <a:cubicBezTo>
                    <a:pt x="1189" y="414"/>
                    <a:pt x="1189" y="414"/>
                    <a:pt x="1189" y="414"/>
                  </a:cubicBezTo>
                  <a:cubicBezTo>
                    <a:pt x="1189" y="414"/>
                    <a:pt x="1191" y="412"/>
                    <a:pt x="1193" y="410"/>
                  </a:cubicBezTo>
                  <a:cubicBezTo>
                    <a:pt x="1226" y="484"/>
                    <a:pt x="1244" y="566"/>
                    <a:pt x="1244" y="652"/>
                  </a:cubicBezTo>
                  <a:cubicBezTo>
                    <a:pt x="1244" y="831"/>
                    <a:pt x="1164" y="992"/>
                    <a:pt x="1038" y="110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</a:endParaRPr>
            </a:p>
          </p:txBody>
        </p:sp>
        <p:sp>
          <p:nvSpPr>
            <p:cNvPr id="23" name="Freeform 7"/>
            <p:cNvSpPr/>
            <p:nvPr userDrawn="1"/>
          </p:nvSpPr>
          <p:spPr bwMode="auto">
            <a:xfrm>
              <a:off x="9639300" y="788988"/>
              <a:ext cx="274638" cy="236538"/>
            </a:xfrm>
            <a:custGeom>
              <a:avLst/>
              <a:gdLst>
                <a:gd name="T0" fmla="*/ 998 w 998"/>
                <a:gd name="T1" fmla="*/ 300 h 859"/>
                <a:gd name="T2" fmla="*/ 698 w 998"/>
                <a:gd name="T3" fmla="*/ 0 h 859"/>
                <a:gd name="T4" fmla="*/ 0 w 998"/>
                <a:gd name="T5" fmla="*/ 0 h 859"/>
                <a:gd name="T6" fmla="*/ 0 w 998"/>
                <a:gd name="T7" fmla="*/ 51 h 859"/>
                <a:gd name="T8" fmla="*/ 76 w 998"/>
                <a:gd name="T9" fmla="*/ 128 h 859"/>
                <a:gd name="T10" fmla="*/ 697 w 998"/>
                <a:gd name="T11" fmla="*/ 128 h 859"/>
                <a:gd name="T12" fmla="*/ 870 w 998"/>
                <a:gd name="T13" fmla="*/ 301 h 859"/>
                <a:gd name="T14" fmla="*/ 870 w 998"/>
                <a:gd name="T15" fmla="*/ 343 h 859"/>
                <a:gd name="T16" fmla="*/ 870 w 998"/>
                <a:gd name="T17" fmla="*/ 354 h 859"/>
                <a:gd name="T18" fmla="*/ 859 w 998"/>
                <a:gd name="T19" fmla="*/ 354 h 859"/>
                <a:gd name="T20" fmla="*/ 86 w 998"/>
                <a:gd name="T21" fmla="*/ 354 h 859"/>
                <a:gd name="T22" fmla="*/ 86 w 998"/>
                <a:gd name="T23" fmla="*/ 482 h 859"/>
                <a:gd name="T24" fmla="*/ 859 w 998"/>
                <a:gd name="T25" fmla="*/ 482 h 859"/>
                <a:gd name="T26" fmla="*/ 870 w 998"/>
                <a:gd name="T27" fmla="*/ 482 h 859"/>
                <a:gd name="T28" fmla="*/ 870 w 998"/>
                <a:gd name="T29" fmla="*/ 493 h 859"/>
                <a:gd name="T30" fmla="*/ 870 w 998"/>
                <a:gd name="T31" fmla="*/ 558 h 859"/>
                <a:gd name="T32" fmla="*/ 697 w 998"/>
                <a:gd name="T33" fmla="*/ 731 h 859"/>
                <a:gd name="T34" fmla="*/ 77 w 998"/>
                <a:gd name="T35" fmla="*/ 731 h 859"/>
                <a:gd name="T36" fmla="*/ 0 w 998"/>
                <a:gd name="T37" fmla="*/ 808 h 859"/>
                <a:gd name="T38" fmla="*/ 0 w 998"/>
                <a:gd name="T39" fmla="*/ 859 h 859"/>
                <a:gd name="T40" fmla="*/ 694 w 998"/>
                <a:gd name="T41" fmla="*/ 859 h 859"/>
                <a:gd name="T42" fmla="*/ 891 w 998"/>
                <a:gd name="T43" fmla="*/ 784 h 859"/>
                <a:gd name="T44" fmla="*/ 998 w 998"/>
                <a:gd name="T45" fmla="*/ 562 h 859"/>
                <a:gd name="T46" fmla="*/ 998 w 998"/>
                <a:gd name="T47" fmla="*/ 30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98" h="859">
                  <a:moveTo>
                    <a:pt x="998" y="300"/>
                  </a:moveTo>
                  <a:cubicBezTo>
                    <a:pt x="998" y="146"/>
                    <a:pt x="863" y="0"/>
                    <a:pt x="69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94"/>
                    <a:pt x="34" y="128"/>
                    <a:pt x="76" y="128"/>
                  </a:cubicBezTo>
                  <a:cubicBezTo>
                    <a:pt x="697" y="128"/>
                    <a:pt x="697" y="128"/>
                    <a:pt x="697" y="128"/>
                  </a:cubicBezTo>
                  <a:cubicBezTo>
                    <a:pt x="792" y="128"/>
                    <a:pt x="870" y="206"/>
                    <a:pt x="870" y="301"/>
                  </a:cubicBezTo>
                  <a:cubicBezTo>
                    <a:pt x="870" y="343"/>
                    <a:pt x="870" y="343"/>
                    <a:pt x="870" y="343"/>
                  </a:cubicBezTo>
                  <a:cubicBezTo>
                    <a:pt x="870" y="354"/>
                    <a:pt x="870" y="354"/>
                    <a:pt x="870" y="354"/>
                  </a:cubicBezTo>
                  <a:cubicBezTo>
                    <a:pt x="859" y="354"/>
                    <a:pt x="859" y="354"/>
                    <a:pt x="859" y="354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86" y="482"/>
                    <a:pt x="86" y="482"/>
                    <a:pt x="86" y="482"/>
                  </a:cubicBezTo>
                  <a:cubicBezTo>
                    <a:pt x="859" y="482"/>
                    <a:pt x="859" y="482"/>
                    <a:pt x="859" y="482"/>
                  </a:cubicBezTo>
                  <a:cubicBezTo>
                    <a:pt x="870" y="482"/>
                    <a:pt x="870" y="482"/>
                    <a:pt x="870" y="482"/>
                  </a:cubicBezTo>
                  <a:cubicBezTo>
                    <a:pt x="870" y="493"/>
                    <a:pt x="870" y="493"/>
                    <a:pt x="870" y="493"/>
                  </a:cubicBezTo>
                  <a:cubicBezTo>
                    <a:pt x="870" y="558"/>
                    <a:pt x="870" y="558"/>
                    <a:pt x="870" y="558"/>
                  </a:cubicBezTo>
                  <a:cubicBezTo>
                    <a:pt x="870" y="653"/>
                    <a:pt x="793" y="731"/>
                    <a:pt x="697" y="731"/>
                  </a:cubicBezTo>
                  <a:cubicBezTo>
                    <a:pt x="77" y="731"/>
                    <a:pt x="77" y="731"/>
                    <a:pt x="77" y="731"/>
                  </a:cubicBezTo>
                  <a:cubicBezTo>
                    <a:pt x="34" y="731"/>
                    <a:pt x="0" y="765"/>
                    <a:pt x="0" y="808"/>
                  </a:cubicBezTo>
                  <a:cubicBezTo>
                    <a:pt x="0" y="859"/>
                    <a:pt x="0" y="859"/>
                    <a:pt x="0" y="859"/>
                  </a:cubicBezTo>
                  <a:cubicBezTo>
                    <a:pt x="694" y="859"/>
                    <a:pt x="694" y="859"/>
                    <a:pt x="694" y="859"/>
                  </a:cubicBezTo>
                  <a:cubicBezTo>
                    <a:pt x="769" y="859"/>
                    <a:pt x="834" y="832"/>
                    <a:pt x="891" y="784"/>
                  </a:cubicBezTo>
                  <a:cubicBezTo>
                    <a:pt x="964" y="724"/>
                    <a:pt x="998" y="628"/>
                    <a:pt x="998" y="562"/>
                  </a:cubicBezTo>
                  <a:lnTo>
                    <a:pt x="99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 userDrawn="1"/>
          </p:nvSpPr>
          <p:spPr bwMode="auto">
            <a:xfrm>
              <a:off x="9944100" y="788988"/>
              <a:ext cx="271463" cy="236538"/>
            </a:xfrm>
            <a:custGeom>
              <a:avLst/>
              <a:gdLst>
                <a:gd name="T0" fmla="*/ 0 w 983"/>
                <a:gd name="T1" fmla="*/ 300 h 859"/>
                <a:gd name="T2" fmla="*/ 0 w 983"/>
                <a:gd name="T3" fmla="*/ 558 h 859"/>
                <a:gd name="T4" fmla="*/ 301 w 983"/>
                <a:gd name="T5" fmla="*/ 859 h 859"/>
                <a:gd name="T6" fmla="*/ 767 w 983"/>
                <a:gd name="T7" fmla="*/ 859 h 859"/>
                <a:gd name="T8" fmla="*/ 983 w 983"/>
                <a:gd name="T9" fmla="*/ 643 h 859"/>
                <a:gd name="T10" fmla="*/ 983 w 983"/>
                <a:gd name="T11" fmla="*/ 570 h 859"/>
                <a:gd name="T12" fmla="*/ 767 w 983"/>
                <a:gd name="T13" fmla="*/ 354 h 859"/>
                <a:gd name="T14" fmla="*/ 139 w 983"/>
                <a:gd name="T15" fmla="*/ 354 h 859"/>
                <a:gd name="T16" fmla="*/ 128 w 983"/>
                <a:gd name="T17" fmla="*/ 354 h 859"/>
                <a:gd name="T18" fmla="*/ 128 w 983"/>
                <a:gd name="T19" fmla="*/ 344 h 859"/>
                <a:gd name="T20" fmla="*/ 128 w 983"/>
                <a:gd name="T21" fmla="*/ 300 h 859"/>
                <a:gd name="T22" fmla="*/ 301 w 983"/>
                <a:gd name="T23" fmla="*/ 128 h 859"/>
                <a:gd name="T24" fmla="*/ 906 w 983"/>
                <a:gd name="T25" fmla="*/ 128 h 859"/>
                <a:gd name="T26" fmla="*/ 983 w 983"/>
                <a:gd name="T27" fmla="*/ 51 h 859"/>
                <a:gd name="T28" fmla="*/ 983 w 983"/>
                <a:gd name="T29" fmla="*/ 0 h 859"/>
                <a:gd name="T30" fmla="*/ 301 w 983"/>
                <a:gd name="T31" fmla="*/ 0 h 859"/>
                <a:gd name="T32" fmla="*/ 0 w 983"/>
                <a:gd name="T33" fmla="*/ 300 h 859"/>
                <a:gd name="T34" fmla="*/ 139 w 983"/>
                <a:gd name="T35" fmla="*/ 482 h 859"/>
                <a:gd name="T36" fmla="*/ 767 w 983"/>
                <a:gd name="T37" fmla="*/ 482 h 859"/>
                <a:gd name="T38" fmla="*/ 855 w 983"/>
                <a:gd name="T39" fmla="*/ 570 h 859"/>
                <a:gd name="T40" fmla="*/ 855 w 983"/>
                <a:gd name="T41" fmla="*/ 643 h 859"/>
                <a:gd name="T42" fmla="*/ 767 w 983"/>
                <a:gd name="T43" fmla="*/ 731 h 859"/>
                <a:gd name="T44" fmla="*/ 301 w 983"/>
                <a:gd name="T45" fmla="*/ 731 h 859"/>
                <a:gd name="T46" fmla="*/ 128 w 983"/>
                <a:gd name="T47" fmla="*/ 558 h 859"/>
                <a:gd name="T48" fmla="*/ 128 w 983"/>
                <a:gd name="T49" fmla="*/ 493 h 859"/>
                <a:gd name="T50" fmla="*/ 128 w 983"/>
                <a:gd name="T51" fmla="*/ 482 h 859"/>
                <a:gd name="T52" fmla="*/ 139 w 983"/>
                <a:gd name="T53" fmla="*/ 482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83" h="859">
                  <a:moveTo>
                    <a:pt x="0" y="300"/>
                  </a:moveTo>
                  <a:cubicBezTo>
                    <a:pt x="0" y="558"/>
                    <a:pt x="0" y="558"/>
                    <a:pt x="0" y="558"/>
                  </a:cubicBezTo>
                  <a:cubicBezTo>
                    <a:pt x="0" y="724"/>
                    <a:pt x="135" y="859"/>
                    <a:pt x="301" y="859"/>
                  </a:cubicBezTo>
                  <a:cubicBezTo>
                    <a:pt x="767" y="859"/>
                    <a:pt x="767" y="859"/>
                    <a:pt x="767" y="859"/>
                  </a:cubicBezTo>
                  <a:cubicBezTo>
                    <a:pt x="886" y="859"/>
                    <a:pt x="983" y="762"/>
                    <a:pt x="983" y="643"/>
                  </a:cubicBezTo>
                  <a:cubicBezTo>
                    <a:pt x="983" y="570"/>
                    <a:pt x="983" y="570"/>
                    <a:pt x="983" y="570"/>
                  </a:cubicBezTo>
                  <a:cubicBezTo>
                    <a:pt x="983" y="451"/>
                    <a:pt x="886" y="354"/>
                    <a:pt x="767" y="354"/>
                  </a:cubicBezTo>
                  <a:cubicBezTo>
                    <a:pt x="139" y="354"/>
                    <a:pt x="139" y="354"/>
                    <a:pt x="139" y="354"/>
                  </a:cubicBezTo>
                  <a:cubicBezTo>
                    <a:pt x="128" y="354"/>
                    <a:pt x="128" y="354"/>
                    <a:pt x="128" y="354"/>
                  </a:cubicBezTo>
                  <a:cubicBezTo>
                    <a:pt x="128" y="344"/>
                    <a:pt x="128" y="344"/>
                    <a:pt x="128" y="344"/>
                  </a:cubicBezTo>
                  <a:cubicBezTo>
                    <a:pt x="128" y="300"/>
                    <a:pt x="128" y="300"/>
                    <a:pt x="128" y="300"/>
                  </a:cubicBezTo>
                  <a:cubicBezTo>
                    <a:pt x="128" y="205"/>
                    <a:pt x="206" y="128"/>
                    <a:pt x="301" y="128"/>
                  </a:cubicBezTo>
                  <a:cubicBezTo>
                    <a:pt x="906" y="128"/>
                    <a:pt x="906" y="128"/>
                    <a:pt x="906" y="128"/>
                  </a:cubicBezTo>
                  <a:cubicBezTo>
                    <a:pt x="948" y="128"/>
                    <a:pt x="983" y="94"/>
                    <a:pt x="983" y="51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135" y="0"/>
                    <a:pt x="0" y="134"/>
                    <a:pt x="0" y="300"/>
                  </a:cubicBezTo>
                  <a:moveTo>
                    <a:pt x="139" y="482"/>
                  </a:moveTo>
                  <a:cubicBezTo>
                    <a:pt x="767" y="482"/>
                    <a:pt x="767" y="482"/>
                    <a:pt x="767" y="482"/>
                  </a:cubicBezTo>
                  <a:cubicBezTo>
                    <a:pt x="815" y="482"/>
                    <a:pt x="855" y="521"/>
                    <a:pt x="855" y="570"/>
                  </a:cubicBezTo>
                  <a:cubicBezTo>
                    <a:pt x="855" y="643"/>
                    <a:pt x="855" y="643"/>
                    <a:pt x="855" y="643"/>
                  </a:cubicBezTo>
                  <a:cubicBezTo>
                    <a:pt x="855" y="691"/>
                    <a:pt x="815" y="731"/>
                    <a:pt x="767" y="731"/>
                  </a:cubicBezTo>
                  <a:cubicBezTo>
                    <a:pt x="301" y="731"/>
                    <a:pt x="301" y="731"/>
                    <a:pt x="301" y="731"/>
                  </a:cubicBezTo>
                  <a:cubicBezTo>
                    <a:pt x="206" y="731"/>
                    <a:pt x="128" y="653"/>
                    <a:pt x="128" y="558"/>
                  </a:cubicBezTo>
                  <a:cubicBezTo>
                    <a:pt x="128" y="493"/>
                    <a:pt x="128" y="493"/>
                    <a:pt x="128" y="493"/>
                  </a:cubicBezTo>
                  <a:cubicBezTo>
                    <a:pt x="128" y="482"/>
                    <a:pt x="128" y="482"/>
                    <a:pt x="128" y="482"/>
                  </a:cubicBezTo>
                  <a:lnTo>
                    <a:pt x="139" y="4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</a:endParaRPr>
            </a:p>
          </p:txBody>
        </p:sp>
        <p:sp>
          <p:nvSpPr>
            <p:cNvPr id="25" name="Freeform 9"/>
            <p:cNvSpPr>
              <a:spLocks noEditPoints="1"/>
            </p:cNvSpPr>
            <p:nvPr userDrawn="1"/>
          </p:nvSpPr>
          <p:spPr bwMode="auto">
            <a:xfrm>
              <a:off x="10245726" y="788988"/>
              <a:ext cx="269875" cy="236538"/>
            </a:xfrm>
            <a:custGeom>
              <a:avLst/>
              <a:gdLst>
                <a:gd name="T0" fmla="*/ 0 w 981"/>
                <a:gd name="T1" fmla="*/ 558 h 859"/>
                <a:gd name="T2" fmla="*/ 300 w 981"/>
                <a:gd name="T3" fmla="*/ 859 h 859"/>
                <a:gd name="T4" fmla="*/ 681 w 981"/>
                <a:gd name="T5" fmla="*/ 859 h 859"/>
                <a:gd name="T6" fmla="*/ 981 w 981"/>
                <a:gd name="T7" fmla="*/ 558 h 859"/>
                <a:gd name="T8" fmla="*/ 981 w 981"/>
                <a:gd name="T9" fmla="*/ 300 h 859"/>
                <a:gd name="T10" fmla="*/ 681 w 981"/>
                <a:gd name="T11" fmla="*/ 0 h 859"/>
                <a:gd name="T12" fmla="*/ 300 w 981"/>
                <a:gd name="T13" fmla="*/ 0 h 859"/>
                <a:gd name="T14" fmla="*/ 0 w 981"/>
                <a:gd name="T15" fmla="*/ 300 h 859"/>
                <a:gd name="T16" fmla="*/ 0 w 981"/>
                <a:gd name="T17" fmla="*/ 558 h 859"/>
                <a:gd name="T18" fmla="*/ 128 w 981"/>
                <a:gd name="T19" fmla="*/ 300 h 859"/>
                <a:gd name="T20" fmla="*/ 300 w 981"/>
                <a:gd name="T21" fmla="*/ 128 h 859"/>
                <a:gd name="T22" fmla="*/ 681 w 981"/>
                <a:gd name="T23" fmla="*/ 128 h 859"/>
                <a:gd name="T24" fmla="*/ 853 w 981"/>
                <a:gd name="T25" fmla="*/ 300 h 859"/>
                <a:gd name="T26" fmla="*/ 853 w 981"/>
                <a:gd name="T27" fmla="*/ 558 h 859"/>
                <a:gd name="T28" fmla="*/ 681 w 981"/>
                <a:gd name="T29" fmla="*/ 731 h 859"/>
                <a:gd name="T30" fmla="*/ 300 w 981"/>
                <a:gd name="T31" fmla="*/ 731 h 859"/>
                <a:gd name="T32" fmla="*/ 128 w 981"/>
                <a:gd name="T33" fmla="*/ 558 h 859"/>
                <a:gd name="T34" fmla="*/ 128 w 981"/>
                <a:gd name="T35" fmla="*/ 30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81" h="859">
                  <a:moveTo>
                    <a:pt x="0" y="558"/>
                  </a:moveTo>
                  <a:cubicBezTo>
                    <a:pt x="0" y="724"/>
                    <a:pt x="135" y="859"/>
                    <a:pt x="300" y="859"/>
                  </a:cubicBezTo>
                  <a:cubicBezTo>
                    <a:pt x="681" y="859"/>
                    <a:pt x="681" y="859"/>
                    <a:pt x="681" y="859"/>
                  </a:cubicBezTo>
                  <a:cubicBezTo>
                    <a:pt x="846" y="859"/>
                    <a:pt x="981" y="724"/>
                    <a:pt x="981" y="558"/>
                  </a:cubicBezTo>
                  <a:cubicBezTo>
                    <a:pt x="981" y="300"/>
                    <a:pt x="981" y="300"/>
                    <a:pt x="981" y="300"/>
                  </a:cubicBezTo>
                  <a:cubicBezTo>
                    <a:pt x="981" y="135"/>
                    <a:pt x="846" y="0"/>
                    <a:pt x="681" y="0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135" y="0"/>
                    <a:pt x="0" y="135"/>
                    <a:pt x="0" y="300"/>
                  </a:cubicBezTo>
                  <a:lnTo>
                    <a:pt x="0" y="558"/>
                  </a:lnTo>
                  <a:close/>
                  <a:moveTo>
                    <a:pt x="128" y="300"/>
                  </a:moveTo>
                  <a:cubicBezTo>
                    <a:pt x="128" y="205"/>
                    <a:pt x="205" y="128"/>
                    <a:pt x="300" y="128"/>
                  </a:cubicBezTo>
                  <a:cubicBezTo>
                    <a:pt x="681" y="128"/>
                    <a:pt x="681" y="128"/>
                    <a:pt x="681" y="128"/>
                  </a:cubicBezTo>
                  <a:cubicBezTo>
                    <a:pt x="776" y="128"/>
                    <a:pt x="853" y="205"/>
                    <a:pt x="853" y="300"/>
                  </a:cubicBezTo>
                  <a:cubicBezTo>
                    <a:pt x="853" y="558"/>
                    <a:pt x="853" y="558"/>
                    <a:pt x="853" y="558"/>
                  </a:cubicBezTo>
                  <a:cubicBezTo>
                    <a:pt x="853" y="653"/>
                    <a:pt x="776" y="731"/>
                    <a:pt x="681" y="731"/>
                  </a:cubicBezTo>
                  <a:cubicBezTo>
                    <a:pt x="300" y="731"/>
                    <a:pt x="300" y="731"/>
                    <a:pt x="300" y="731"/>
                  </a:cubicBezTo>
                  <a:cubicBezTo>
                    <a:pt x="205" y="731"/>
                    <a:pt x="128" y="653"/>
                    <a:pt x="128" y="558"/>
                  </a:cubicBezTo>
                  <a:lnTo>
                    <a:pt x="12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</a:endParaRPr>
            </a:p>
          </p:txBody>
        </p:sp>
      </p:grpSp>
      <p:sp>
        <p:nvSpPr>
          <p:cNvPr id="26" name="矩形 25"/>
          <p:cNvSpPr/>
          <p:nvPr userDrawn="1"/>
        </p:nvSpPr>
        <p:spPr>
          <a:xfrm>
            <a:off x="-121172" y="295053"/>
            <a:ext cx="254001" cy="432000"/>
          </a:xfrm>
          <a:prstGeom prst="rect">
            <a:avLst/>
          </a:prstGeom>
          <a:solidFill>
            <a:srgbClr val="339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内容占位符 2"/>
          <p:cNvSpPr>
            <a:spLocks noGrp="1"/>
          </p:cNvSpPr>
          <p:nvPr>
            <p:ph sz="half" idx="14" hasCustomPrompt="1"/>
          </p:nvPr>
        </p:nvSpPr>
        <p:spPr>
          <a:xfrm>
            <a:off x="431397" y="293053"/>
            <a:ext cx="10448936" cy="50800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zh-CN" altLang="en-US" sz="2800" b="1" kern="1200" smtClean="0">
                <a:solidFill>
                  <a:srgbClr val="339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绿色字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318036" cy="636072"/>
          </a:xfrm>
          <a:prstGeom prst="rect">
            <a:avLst/>
          </a:prstGeom>
          <a:solidFill>
            <a:srgbClr val="00A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rgbClr val="08A14F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9600" y="79772"/>
            <a:ext cx="9484913" cy="488084"/>
          </a:xfrm>
          <a:prstGeom prst="rect">
            <a:avLst/>
          </a:prstGeom>
        </p:spPr>
        <p:txBody>
          <a:bodyPr lIns="0" rIns="0" anchor="ctr"/>
          <a:lstStyle>
            <a:lvl1pPr algn="l">
              <a:defRPr sz="2665" b="1">
                <a:solidFill>
                  <a:srgbClr val="08A14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5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172012" y="6413103"/>
            <a:ext cx="1019988" cy="444897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3372AB9-B4D4-8141-90D8-D46A16BD866F}" type="slidenum">
              <a:rPr kumimoji="1" lang="zh-CN" altLang="en-US" smtClean="0"/>
              <a:t>‹#›</a:t>
            </a:fld>
            <a:r>
              <a:rPr kumimoji="1" lang="en-US" altLang="zh-CN"/>
              <a:t>.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284143" y="120239"/>
            <a:ext cx="8107363" cy="59055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buNone/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buNone/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buNone/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50000"/>
              </a:lnSpc>
              <a:buNone/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7523" y="6401702"/>
            <a:ext cx="843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A7943-92EE-4374-8788-8D33BB842C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284163" y="1006475"/>
            <a:ext cx="11568112" cy="512762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8587278" y="308613"/>
            <a:ext cx="3408949" cy="213801"/>
            <a:chOff x="455665" y="433316"/>
            <a:chExt cx="4592041" cy="288001"/>
          </a:xfrm>
        </p:grpSpPr>
        <p:pic>
          <p:nvPicPr>
            <p:cNvPr id="4" name="图片 3" descr="文本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989" y="433316"/>
              <a:ext cx="1645717" cy="288000"/>
            </a:xfrm>
            <a:prstGeom prst="rect">
              <a:avLst/>
            </a:prstGeom>
          </p:spPr>
        </p:pic>
        <p:pic>
          <p:nvPicPr>
            <p:cNvPr id="5" name="图片 4" descr="图标&#10;&#10;描述已自动生成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6508" y="433316"/>
              <a:ext cx="936001" cy="288001"/>
            </a:xfrm>
            <a:prstGeom prst="rect">
              <a:avLst/>
            </a:prstGeom>
          </p:spPr>
        </p:pic>
        <p:cxnSp>
          <p:nvCxnSpPr>
            <p:cNvPr id="6" name="直线连接符 5"/>
            <p:cNvCxnSpPr/>
            <p:nvPr userDrawn="1"/>
          </p:nvCxnSpPr>
          <p:spPr>
            <a:xfrm>
              <a:off x="2031767" y="433316"/>
              <a:ext cx="0" cy="28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图片 14" descr="手机屏幕的截图&#10;&#10;低可信度描述已自动生成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455665" y="433316"/>
              <a:ext cx="1431361" cy="288000"/>
            </a:xfrm>
            <a:prstGeom prst="rect">
              <a:avLst/>
            </a:prstGeom>
          </p:spPr>
        </p:pic>
        <p:cxnSp>
          <p:nvCxnSpPr>
            <p:cNvPr id="16" name="直线连接符 15"/>
            <p:cNvCxnSpPr/>
            <p:nvPr userDrawn="1"/>
          </p:nvCxnSpPr>
          <p:spPr>
            <a:xfrm>
              <a:off x="3257249" y="433316"/>
              <a:ext cx="0" cy="28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1.jpeg" descr="ppt画板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1" name="Shape 51"/>
          <p:cNvSpPr/>
          <p:nvPr/>
        </p:nvSpPr>
        <p:spPr>
          <a:xfrm>
            <a:off x="-1" y="-16876"/>
            <a:ext cx="12192004" cy="1029786"/>
          </a:xfrm>
          <a:prstGeom prst="rect">
            <a:avLst/>
          </a:prstGeom>
          <a:gradFill>
            <a:gsLst>
              <a:gs pos="0">
                <a:srgbClr val="136AE6">
                  <a:alpha val="37362"/>
                </a:srgbClr>
              </a:gs>
              <a:gs pos="100000">
                <a:srgbClr val="072764">
                  <a:alpha val="37362"/>
                </a:srgbClr>
              </a:gs>
            </a:gsLst>
            <a:lin ang="21458044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25400" tIns="25400" rIns="25400" bIns="25400" anchor="ctr"/>
          <a:lstStyle/>
          <a:p>
            <a:pPr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900"/>
          </a:p>
        </p:txBody>
      </p:sp>
      <p:sp>
        <p:nvSpPr>
          <p:cNvPr id="53" name="Shape 53"/>
          <p:cNvSpPr/>
          <p:nvPr/>
        </p:nvSpPr>
        <p:spPr>
          <a:xfrm>
            <a:off x="284560" y="301167"/>
            <a:ext cx="114300" cy="1428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indent="63500" algn="l" defTabSz="12700">
              <a:lnSpc>
                <a:spcPct val="60000"/>
              </a:lnSpc>
              <a:spcBef>
                <a:spcPts val="5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 spc="79">
                <a:solidFill>
                  <a:srgbClr val="6FA1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endParaRPr sz="1000" dirty="0"/>
          </a:p>
        </p:txBody>
      </p:sp>
      <p:sp>
        <p:nvSpPr>
          <p:cNvPr id="54" name="Shape 54"/>
          <p:cNvSpPr/>
          <p:nvPr/>
        </p:nvSpPr>
        <p:spPr>
          <a:xfrm>
            <a:off x="503105" y="301167"/>
            <a:ext cx="114300" cy="1428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indent="63500" algn="l" defTabSz="12700">
              <a:lnSpc>
                <a:spcPct val="60000"/>
              </a:lnSpc>
              <a:spcBef>
                <a:spcPts val="5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 spc="79">
                <a:solidFill>
                  <a:srgbClr val="6FA1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endParaRPr sz="1000" dirty="0"/>
          </a:p>
        </p:txBody>
      </p:sp>
      <p:sp>
        <p:nvSpPr>
          <p:cNvPr id="55" name="Shape 55"/>
          <p:cNvSpPr/>
          <p:nvPr/>
        </p:nvSpPr>
        <p:spPr>
          <a:xfrm>
            <a:off x="708949" y="301167"/>
            <a:ext cx="114300" cy="1428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indent="63500" algn="l" defTabSz="12700">
              <a:lnSpc>
                <a:spcPct val="60000"/>
              </a:lnSpc>
              <a:spcBef>
                <a:spcPts val="5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 spc="79">
                <a:solidFill>
                  <a:srgbClr val="6FA1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endParaRPr sz="1000" dirty="0"/>
          </a:p>
        </p:txBody>
      </p:sp>
      <p:sp>
        <p:nvSpPr>
          <p:cNvPr id="56" name="Shape 56"/>
          <p:cNvSpPr/>
          <p:nvPr/>
        </p:nvSpPr>
        <p:spPr>
          <a:xfrm>
            <a:off x="927496" y="301167"/>
            <a:ext cx="114300" cy="14287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indent="63500" algn="l" defTabSz="12700">
              <a:lnSpc>
                <a:spcPct val="60000"/>
              </a:lnSpc>
              <a:spcBef>
                <a:spcPts val="5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 spc="79">
                <a:solidFill>
                  <a:srgbClr val="6FA1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endParaRPr sz="1000" dirty="0"/>
          </a:p>
        </p:txBody>
      </p:sp>
      <p:sp>
        <p:nvSpPr>
          <p:cNvPr id="58" name="Shape 58"/>
          <p:cNvSpPr>
            <a:spLocks noGrp="1"/>
          </p:cNvSpPr>
          <p:nvPr>
            <p:ph type="title" hasCustomPrompt="1"/>
          </p:nvPr>
        </p:nvSpPr>
        <p:spPr>
          <a:xfrm>
            <a:off x="367916" y="209783"/>
            <a:ext cx="8949543" cy="576467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100000"/>
              </a:lnSpc>
              <a:defRPr sz="300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6"/>
          <p:cNvSpPr>
            <a:spLocks noEditPoints="1"/>
          </p:cNvSpPr>
          <p:nvPr userDrawn="1"/>
        </p:nvSpPr>
        <p:spPr bwMode="auto">
          <a:xfrm rot="9423817">
            <a:off x="1601991" y="-729467"/>
            <a:ext cx="4209796" cy="10420539"/>
          </a:xfrm>
          <a:custGeom>
            <a:avLst/>
            <a:gdLst>
              <a:gd name="T0" fmla="*/ 2110 w 2784"/>
              <a:gd name="T1" fmla="*/ 3712 h 6896"/>
              <a:gd name="T2" fmla="*/ 2031 w 2784"/>
              <a:gd name="T3" fmla="*/ 4146 h 6896"/>
              <a:gd name="T4" fmla="*/ 1833 w 2784"/>
              <a:gd name="T5" fmla="*/ 4790 h 6896"/>
              <a:gd name="T6" fmla="*/ 1608 w 2784"/>
              <a:gd name="T7" fmla="*/ 5170 h 6896"/>
              <a:gd name="T8" fmla="*/ 1364 w 2784"/>
              <a:gd name="T9" fmla="*/ 5519 h 6896"/>
              <a:gd name="T10" fmla="*/ 0 w 2784"/>
              <a:gd name="T11" fmla="*/ 108 h 6896"/>
              <a:gd name="T12" fmla="*/ 394 w 2784"/>
              <a:gd name="T13" fmla="*/ 300 h 6896"/>
              <a:gd name="T14" fmla="*/ 915 w 2784"/>
              <a:gd name="T15" fmla="*/ 649 h 6896"/>
              <a:gd name="T16" fmla="*/ 1224 w 2784"/>
              <a:gd name="T17" fmla="*/ 1007 h 6896"/>
              <a:gd name="T18" fmla="*/ 1494 w 2784"/>
              <a:gd name="T19" fmla="*/ 1267 h 6896"/>
              <a:gd name="T20" fmla="*/ 1816 w 2784"/>
              <a:gd name="T21" fmla="*/ 1808 h 6896"/>
              <a:gd name="T22" fmla="*/ 2038 w 2784"/>
              <a:gd name="T23" fmla="*/ 2269 h 6896"/>
              <a:gd name="T24" fmla="*/ 2110 w 2784"/>
              <a:gd name="T25" fmla="*/ 2836 h 6896"/>
              <a:gd name="T26" fmla="*/ 2342 w 2784"/>
              <a:gd name="T27" fmla="*/ 3394 h 6896"/>
              <a:gd name="T28" fmla="*/ 2378 w 2784"/>
              <a:gd name="T29" fmla="*/ 3759 h 6896"/>
              <a:gd name="T30" fmla="*/ 2187 w 2784"/>
              <a:gd name="T31" fmla="*/ 4342 h 6896"/>
              <a:gd name="T32" fmla="*/ 2000 w 2784"/>
              <a:gd name="T33" fmla="*/ 4795 h 6896"/>
              <a:gd name="T34" fmla="*/ 1733 w 2784"/>
              <a:gd name="T35" fmla="*/ 5385 h 6896"/>
              <a:gd name="T36" fmla="*/ 1476 w 2784"/>
              <a:gd name="T37" fmla="*/ 5718 h 6896"/>
              <a:gd name="T38" fmla="*/ 1180 w 2784"/>
              <a:gd name="T39" fmla="*/ 6020 h 6896"/>
              <a:gd name="T40" fmla="*/ 489 w 2784"/>
              <a:gd name="T41" fmla="*/ 122 h 6896"/>
              <a:gd name="T42" fmla="*/ 854 w 2784"/>
              <a:gd name="T43" fmla="*/ 359 h 6896"/>
              <a:gd name="T44" fmla="*/ 1346 w 2784"/>
              <a:gd name="T45" fmla="*/ 788 h 6896"/>
              <a:gd name="T46" fmla="*/ 1610 w 2784"/>
              <a:gd name="T47" fmla="*/ 1091 h 6896"/>
              <a:gd name="T48" fmla="*/ 1846 w 2784"/>
              <a:gd name="T49" fmla="*/ 1512 h 6896"/>
              <a:gd name="T50" fmla="*/ 2119 w 2784"/>
              <a:gd name="T51" fmla="*/ 2109 h 6896"/>
              <a:gd name="T52" fmla="*/ 2301 w 2784"/>
              <a:gd name="T53" fmla="*/ 2475 h 6896"/>
              <a:gd name="T54" fmla="*/ 2336 w 2784"/>
              <a:gd name="T55" fmla="*/ 3047 h 6896"/>
              <a:gd name="T56" fmla="*/ 2542 w 2784"/>
              <a:gd name="T57" fmla="*/ 3609 h 6896"/>
              <a:gd name="T58" fmla="*/ 2561 w 2784"/>
              <a:gd name="T59" fmla="*/ 3972 h 6896"/>
              <a:gd name="T60" fmla="*/ 2395 w 2784"/>
              <a:gd name="T61" fmla="*/ 4598 h 6896"/>
              <a:gd name="T62" fmla="*/ 2174 w 2784"/>
              <a:gd name="T63" fmla="*/ 5049 h 6896"/>
              <a:gd name="T64" fmla="*/ 1851 w 2784"/>
              <a:gd name="T65" fmla="*/ 5518 h 6896"/>
              <a:gd name="T66" fmla="*/ 1587 w 2784"/>
              <a:gd name="T67" fmla="*/ 5923 h 6896"/>
              <a:gd name="T68" fmla="*/ 1287 w 2784"/>
              <a:gd name="T69" fmla="*/ 6189 h 6896"/>
              <a:gd name="T70" fmla="*/ 774 w 2784"/>
              <a:gd name="T71" fmla="*/ 6601 h 6896"/>
              <a:gd name="T72" fmla="*/ 952 w 2784"/>
              <a:gd name="T73" fmla="*/ 179 h 6896"/>
              <a:gd name="T74" fmla="*/ 1441 w 2784"/>
              <a:gd name="T75" fmla="*/ 606 h 6896"/>
              <a:gd name="T76" fmla="*/ 1724 w 2784"/>
              <a:gd name="T77" fmla="*/ 922 h 6896"/>
              <a:gd name="T78" fmla="*/ 1969 w 2784"/>
              <a:gd name="T79" fmla="*/ 1297 h 6896"/>
              <a:gd name="T80" fmla="*/ 2293 w 2784"/>
              <a:gd name="T81" fmla="*/ 1858 h 6896"/>
              <a:gd name="T82" fmla="*/ 2363 w 2784"/>
              <a:gd name="T83" fmla="*/ 2265 h 6896"/>
              <a:gd name="T84" fmla="*/ 2524 w 2784"/>
              <a:gd name="T85" fmla="*/ 2847 h 6896"/>
              <a:gd name="T86" fmla="*/ 2754 w 2784"/>
              <a:gd name="T87" fmla="*/ 3360 h 6896"/>
              <a:gd name="T88" fmla="*/ 2731 w 2784"/>
              <a:gd name="T89" fmla="*/ 3722 h 6896"/>
              <a:gd name="T90" fmla="*/ 2571 w 2784"/>
              <a:gd name="T91" fmla="*/ 4394 h 6896"/>
              <a:gd name="T92" fmla="*/ 2522 w 2784"/>
              <a:gd name="T93" fmla="*/ 4803 h 6896"/>
              <a:gd name="T94" fmla="*/ 2202 w 2784"/>
              <a:gd name="T95" fmla="*/ 5348 h 6896"/>
              <a:gd name="T96" fmla="*/ 1968 w 2784"/>
              <a:gd name="T97" fmla="*/ 5780 h 6896"/>
              <a:gd name="T98" fmla="*/ 1697 w 2784"/>
              <a:gd name="T99" fmla="*/ 6057 h 6896"/>
              <a:gd name="T100" fmla="*/ 1213 w 2784"/>
              <a:gd name="T101" fmla="*/ 6526 h 6896"/>
              <a:gd name="T102" fmla="*/ 888 w 2784"/>
              <a:gd name="T103" fmla="*/ 6779 h 6896"/>
              <a:gd name="T104" fmla="*/ 1229 w 2784"/>
              <a:gd name="T105" fmla="*/ 132 h 6896"/>
              <a:gd name="T106" fmla="*/ 1549 w 2784"/>
              <a:gd name="T107" fmla="*/ 418 h 6896"/>
              <a:gd name="T108" fmla="*/ 1837 w 2784"/>
              <a:gd name="T109" fmla="*/ 741 h 6896"/>
              <a:gd name="T110" fmla="*/ 2206 w 2784"/>
              <a:gd name="T111" fmla="*/ 1272 h 6896"/>
              <a:gd name="T112" fmla="*/ 2390 w 2784"/>
              <a:gd name="T113" fmla="*/ 1655 h 6896"/>
              <a:gd name="T114" fmla="*/ 2613 w 2784"/>
              <a:gd name="T115" fmla="*/ 2283 h 6896"/>
              <a:gd name="T116" fmla="*/ 2703 w 2784"/>
              <a:gd name="T117" fmla="*/ 2662 h 6896"/>
              <a:gd name="T118" fmla="*/ 2719 w 2784"/>
              <a:gd name="T119" fmla="*/ 3113 h 6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84" h="6896">
                <a:moveTo>
                  <a:pt x="2137" y="3273"/>
                </a:moveTo>
                <a:cubicBezTo>
                  <a:pt x="2106" y="3273"/>
                  <a:pt x="2081" y="3298"/>
                  <a:pt x="2081" y="3329"/>
                </a:cubicBezTo>
                <a:cubicBezTo>
                  <a:pt x="2081" y="3360"/>
                  <a:pt x="2106" y="3385"/>
                  <a:pt x="2137" y="3385"/>
                </a:cubicBezTo>
                <a:cubicBezTo>
                  <a:pt x="2167" y="3385"/>
                  <a:pt x="2192" y="3360"/>
                  <a:pt x="2192" y="3329"/>
                </a:cubicBezTo>
                <a:cubicBezTo>
                  <a:pt x="2192" y="3298"/>
                  <a:pt x="2167" y="3273"/>
                  <a:pt x="2137" y="3273"/>
                </a:cubicBezTo>
                <a:close/>
                <a:moveTo>
                  <a:pt x="2181" y="3544"/>
                </a:moveTo>
                <a:cubicBezTo>
                  <a:pt x="2181" y="3516"/>
                  <a:pt x="2158" y="3493"/>
                  <a:pt x="2130" y="3493"/>
                </a:cubicBezTo>
                <a:cubicBezTo>
                  <a:pt x="2102" y="3493"/>
                  <a:pt x="2079" y="3516"/>
                  <a:pt x="2079" y="3544"/>
                </a:cubicBezTo>
                <a:cubicBezTo>
                  <a:pt x="2079" y="3572"/>
                  <a:pt x="2102" y="3595"/>
                  <a:pt x="2130" y="3595"/>
                </a:cubicBezTo>
                <a:cubicBezTo>
                  <a:pt x="2158" y="3595"/>
                  <a:pt x="2181" y="3572"/>
                  <a:pt x="2181" y="3544"/>
                </a:cubicBezTo>
                <a:close/>
                <a:moveTo>
                  <a:pt x="2157" y="3758"/>
                </a:moveTo>
                <a:cubicBezTo>
                  <a:pt x="2157" y="3733"/>
                  <a:pt x="2136" y="3712"/>
                  <a:pt x="2110" y="3712"/>
                </a:cubicBezTo>
                <a:cubicBezTo>
                  <a:pt x="2084" y="3712"/>
                  <a:pt x="2063" y="3733"/>
                  <a:pt x="2063" y="3758"/>
                </a:cubicBezTo>
                <a:cubicBezTo>
                  <a:pt x="2063" y="3784"/>
                  <a:pt x="2084" y="3805"/>
                  <a:pt x="2110" y="3805"/>
                </a:cubicBezTo>
                <a:cubicBezTo>
                  <a:pt x="2136" y="3805"/>
                  <a:pt x="2157" y="3784"/>
                  <a:pt x="2157" y="3758"/>
                </a:cubicBezTo>
                <a:close/>
                <a:moveTo>
                  <a:pt x="2118" y="3971"/>
                </a:moveTo>
                <a:cubicBezTo>
                  <a:pt x="2118" y="3949"/>
                  <a:pt x="2100" y="3930"/>
                  <a:pt x="2077" y="3930"/>
                </a:cubicBezTo>
                <a:cubicBezTo>
                  <a:pt x="2054" y="3930"/>
                  <a:pt x="2036" y="3949"/>
                  <a:pt x="2036" y="3971"/>
                </a:cubicBezTo>
                <a:cubicBezTo>
                  <a:pt x="2036" y="3994"/>
                  <a:pt x="2054" y="4012"/>
                  <a:pt x="2077" y="4012"/>
                </a:cubicBezTo>
                <a:cubicBezTo>
                  <a:pt x="2100" y="4012"/>
                  <a:pt x="2118" y="3994"/>
                  <a:pt x="2118" y="3971"/>
                </a:cubicBezTo>
                <a:close/>
                <a:moveTo>
                  <a:pt x="1996" y="4182"/>
                </a:moveTo>
                <a:cubicBezTo>
                  <a:pt x="1996" y="4201"/>
                  <a:pt x="2011" y="4217"/>
                  <a:pt x="2031" y="4217"/>
                </a:cubicBezTo>
                <a:cubicBezTo>
                  <a:pt x="2050" y="4217"/>
                  <a:pt x="2066" y="4201"/>
                  <a:pt x="2066" y="4182"/>
                </a:cubicBezTo>
                <a:cubicBezTo>
                  <a:pt x="2066" y="4162"/>
                  <a:pt x="2050" y="4146"/>
                  <a:pt x="2031" y="4146"/>
                </a:cubicBezTo>
                <a:cubicBezTo>
                  <a:pt x="2011" y="4146"/>
                  <a:pt x="1996" y="4162"/>
                  <a:pt x="1996" y="4182"/>
                </a:cubicBezTo>
                <a:close/>
                <a:moveTo>
                  <a:pt x="1972" y="4418"/>
                </a:moveTo>
                <a:cubicBezTo>
                  <a:pt x="1988" y="4418"/>
                  <a:pt x="2001" y="4405"/>
                  <a:pt x="2001" y="4389"/>
                </a:cubicBezTo>
                <a:cubicBezTo>
                  <a:pt x="2001" y="4373"/>
                  <a:pt x="1988" y="4360"/>
                  <a:pt x="1972" y="4360"/>
                </a:cubicBezTo>
                <a:cubicBezTo>
                  <a:pt x="1956" y="4360"/>
                  <a:pt x="1943" y="4373"/>
                  <a:pt x="1943" y="4389"/>
                </a:cubicBezTo>
                <a:cubicBezTo>
                  <a:pt x="1943" y="4405"/>
                  <a:pt x="1956" y="4418"/>
                  <a:pt x="1972" y="4418"/>
                </a:cubicBezTo>
                <a:close/>
                <a:moveTo>
                  <a:pt x="1923" y="4592"/>
                </a:moveTo>
                <a:cubicBezTo>
                  <a:pt x="1923" y="4579"/>
                  <a:pt x="1913" y="4569"/>
                  <a:pt x="1900" y="4569"/>
                </a:cubicBezTo>
                <a:cubicBezTo>
                  <a:pt x="1888" y="4569"/>
                  <a:pt x="1878" y="4579"/>
                  <a:pt x="1878" y="4592"/>
                </a:cubicBezTo>
                <a:cubicBezTo>
                  <a:pt x="1878" y="4605"/>
                  <a:pt x="1888" y="4615"/>
                  <a:pt x="1900" y="4615"/>
                </a:cubicBezTo>
                <a:cubicBezTo>
                  <a:pt x="1913" y="4615"/>
                  <a:pt x="1923" y="4605"/>
                  <a:pt x="1923" y="4592"/>
                </a:cubicBezTo>
                <a:close/>
                <a:moveTo>
                  <a:pt x="1833" y="4790"/>
                </a:moveTo>
                <a:cubicBezTo>
                  <a:pt x="1833" y="4781"/>
                  <a:pt x="1826" y="4774"/>
                  <a:pt x="1816" y="4774"/>
                </a:cubicBezTo>
                <a:cubicBezTo>
                  <a:pt x="1807" y="4774"/>
                  <a:pt x="1800" y="4781"/>
                  <a:pt x="1800" y="4790"/>
                </a:cubicBezTo>
                <a:cubicBezTo>
                  <a:pt x="1800" y="4800"/>
                  <a:pt x="1807" y="4807"/>
                  <a:pt x="1816" y="4807"/>
                </a:cubicBezTo>
                <a:cubicBezTo>
                  <a:pt x="1826" y="4807"/>
                  <a:pt x="1833" y="4800"/>
                  <a:pt x="1833" y="4790"/>
                </a:cubicBezTo>
                <a:close/>
                <a:moveTo>
                  <a:pt x="1730" y="4983"/>
                </a:moveTo>
                <a:cubicBezTo>
                  <a:pt x="1730" y="4978"/>
                  <a:pt x="1726" y="4973"/>
                  <a:pt x="1720" y="4973"/>
                </a:cubicBezTo>
                <a:cubicBezTo>
                  <a:pt x="1715" y="4973"/>
                  <a:pt x="1711" y="4978"/>
                  <a:pt x="1711" y="4983"/>
                </a:cubicBezTo>
                <a:cubicBezTo>
                  <a:pt x="1711" y="4989"/>
                  <a:pt x="1715" y="4993"/>
                  <a:pt x="1720" y="4993"/>
                </a:cubicBezTo>
                <a:cubicBezTo>
                  <a:pt x="1726" y="4993"/>
                  <a:pt x="1730" y="4989"/>
                  <a:pt x="1730" y="4983"/>
                </a:cubicBezTo>
                <a:close/>
                <a:moveTo>
                  <a:pt x="1618" y="5170"/>
                </a:moveTo>
                <a:cubicBezTo>
                  <a:pt x="1618" y="5167"/>
                  <a:pt x="1616" y="5165"/>
                  <a:pt x="1613" y="5165"/>
                </a:cubicBezTo>
                <a:cubicBezTo>
                  <a:pt x="1610" y="5165"/>
                  <a:pt x="1608" y="5167"/>
                  <a:pt x="1608" y="5170"/>
                </a:cubicBezTo>
                <a:cubicBezTo>
                  <a:pt x="1608" y="5173"/>
                  <a:pt x="1610" y="5175"/>
                  <a:pt x="1613" y="5175"/>
                </a:cubicBezTo>
                <a:cubicBezTo>
                  <a:pt x="1616" y="5175"/>
                  <a:pt x="1618" y="5173"/>
                  <a:pt x="1618" y="5170"/>
                </a:cubicBezTo>
                <a:close/>
                <a:moveTo>
                  <a:pt x="1494" y="5346"/>
                </a:moveTo>
                <a:cubicBezTo>
                  <a:pt x="1492" y="5346"/>
                  <a:pt x="1491" y="5348"/>
                  <a:pt x="1491" y="5349"/>
                </a:cubicBezTo>
                <a:cubicBezTo>
                  <a:pt x="1491" y="5351"/>
                  <a:pt x="1492" y="5352"/>
                  <a:pt x="1494" y="5352"/>
                </a:cubicBezTo>
                <a:cubicBezTo>
                  <a:pt x="1495" y="5352"/>
                  <a:pt x="1497" y="5351"/>
                  <a:pt x="1497" y="5349"/>
                </a:cubicBezTo>
                <a:cubicBezTo>
                  <a:pt x="1497" y="5348"/>
                  <a:pt x="1495" y="5346"/>
                  <a:pt x="1494" y="5346"/>
                </a:cubicBezTo>
                <a:close/>
                <a:moveTo>
                  <a:pt x="1364" y="5519"/>
                </a:moveTo>
                <a:cubicBezTo>
                  <a:pt x="1363" y="5519"/>
                  <a:pt x="1362" y="5520"/>
                  <a:pt x="1362" y="5521"/>
                </a:cubicBezTo>
                <a:cubicBezTo>
                  <a:pt x="1362" y="5522"/>
                  <a:pt x="1363" y="5523"/>
                  <a:pt x="1364" y="5523"/>
                </a:cubicBezTo>
                <a:cubicBezTo>
                  <a:pt x="1365" y="5523"/>
                  <a:pt x="1366" y="5522"/>
                  <a:pt x="1366" y="5521"/>
                </a:cubicBezTo>
                <a:cubicBezTo>
                  <a:pt x="1366" y="5520"/>
                  <a:pt x="1365" y="5519"/>
                  <a:pt x="1364" y="5519"/>
                </a:cubicBezTo>
                <a:close/>
                <a:moveTo>
                  <a:pt x="1225" y="5685"/>
                </a:moveTo>
                <a:cubicBezTo>
                  <a:pt x="1225" y="5684"/>
                  <a:pt x="1225" y="5683"/>
                  <a:pt x="1224" y="5683"/>
                </a:cubicBezTo>
                <a:cubicBezTo>
                  <a:pt x="1223" y="5683"/>
                  <a:pt x="1222" y="5684"/>
                  <a:pt x="1222" y="5685"/>
                </a:cubicBezTo>
                <a:cubicBezTo>
                  <a:pt x="1222" y="5686"/>
                  <a:pt x="1223" y="5686"/>
                  <a:pt x="1224" y="5686"/>
                </a:cubicBezTo>
                <a:cubicBezTo>
                  <a:pt x="1225" y="5686"/>
                  <a:pt x="1225" y="5686"/>
                  <a:pt x="1225" y="5685"/>
                </a:cubicBezTo>
                <a:close/>
                <a:moveTo>
                  <a:pt x="1074" y="5838"/>
                </a:moveTo>
                <a:cubicBezTo>
                  <a:pt x="1073" y="5838"/>
                  <a:pt x="1072" y="5838"/>
                  <a:pt x="1072" y="5839"/>
                </a:cubicBezTo>
                <a:cubicBezTo>
                  <a:pt x="1072" y="5840"/>
                  <a:pt x="1073" y="5841"/>
                  <a:pt x="1074" y="5841"/>
                </a:cubicBezTo>
                <a:cubicBezTo>
                  <a:pt x="1075" y="5841"/>
                  <a:pt x="1076" y="5840"/>
                  <a:pt x="1076" y="5839"/>
                </a:cubicBezTo>
                <a:cubicBezTo>
                  <a:pt x="1076" y="5838"/>
                  <a:pt x="1075" y="5838"/>
                  <a:pt x="1074" y="5838"/>
                </a:cubicBezTo>
                <a:close/>
                <a:moveTo>
                  <a:pt x="3" y="106"/>
                </a:moveTo>
                <a:cubicBezTo>
                  <a:pt x="1" y="106"/>
                  <a:pt x="0" y="107"/>
                  <a:pt x="0" y="108"/>
                </a:cubicBezTo>
                <a:cubicBezTo>
                  <a:pt x="0" y="109"/>
                  <a:pt x="1" y="110"/>
                  <a:pt x="3" y="110"/>
                </a:cubicBezTo>
                <a:cubicBezTo>
                  <a:pt x="4" y="110"/>
                  <a:pt x="5" y="109"/>
                  <a:pt x="5" y="108"/>
                </a:cubicBezTo>
                <a:cubicBezTo>
                  <a:pt x="5" y="107"/>
                  <a:pt x="4" y="106"/>
                  <a:pt x="3" y="106"/>
                </a:cubicBezTo>
                <a:close/>
                <a:moveTo>
                  <a:pt x="198" y="194"/>
                </a:moveTo>
                <a:cubicBezTo>
                  <a:pt x="196" y="194"/>
                  <a:pt x="194" y="196"/>
                  <a:pt x="194" y="198"/>
                </a:cubicBezTo>
                <a:cubicBezTo>
                  <a:pt x="194" y="200"/>
                  <a:pt x="196" y="202"/>
                  <a:pt x="198" y="202"/>
                </a:cubicBezTo>
                <a:cubicBezTo>
                  <a:pt x="200" y="202"/>
                  <a:pt x="202" y="200"/>
                  <a:pt x="202" y="198"/>
                </a:cubicBezTo>
                <a:cubicBezTo>
                  <a:pt x="202" y="196"/>
                  <a:pt x="200" y="194"/>
                  <a:pt x="198" y="194"/>
                </a:cubicBezTo>
                <a:close/>
                <a:moveTo>
                  <a:pt x="388" y="294"/>
                </a:moveTo>
                <a:cubicBezTo>
                  <a:pt x="384" y="294"/>
                  <a:pt x="382" y="297"/>
                  <a:pt x="382" y="300"/>
                </a:cubicBezTo>
                <a:cubicBezTo>
                  <a:pt x="382" y="304"/>
                  <a:pt x="384" y="306"/>
                  <a:pt x="388" y="306"/>
                </a:cubicBezTo>
                <a:cubicBezTo>
                  <a:pt x="391" y="306"/>
                  <a:pt x="394" y="304"/>
                  <a:pt x="394" y="300"/>
                </a:cubicBezTo>
                <a:cubicBezTo>
                  <a:pt x="394" y="297"/>
                  <a:pt x="391" y="294"/>
                  <a:pt x="388" y="294"/>
                </a:cubicBezTo>
                <a:close/>
                <a:moveTo>
                  <a:pt x="571" y="403"/>
                </a:moveTo>
                <a:cubicBezTo>
                  <a:pt x="565" y="403"/>
                  <a:pt x="560" y="407"/>
                  <a:pt x="560" y="413"/>
                </a:cubicBezTo>
                <a:cubicBezTo>
                  <a:pt x="560" y="419"/>
                  <a:pt x="565" y="424"/>
                  <a:pt x="571" y="424"/>
                </a:cubicBezTo>
                <a:cubicBezTo>
                  <a:pt x="577" y="424"/>
                  <a:pt x="582" y="419"/>
                  <a:pt x="582" y="413"/>
                </a:cubicBezTo>
                <a:cubicBezTo>
                  <a:pt x="582" y="407"/>
                  <a:pt x="577" y="403"/>
                  <a:pt x="571" y="403"/>
                </a:cubicBezTo>
                <a:close/>
                <a:moveTo>
                  <a:pt x="747" y="521"/>
                </a:moveTo>
                <a:cubicBezTo>
                  <a:pt x="737" y="521"/>
                  <a:pt x="730" y="528"/>
                  <a:pt x="730" y="538"/>
                </a:cubicBezTo>
                <a:cubicBezTo>
                  <a:pt x="730" y="547"/>
                  <a:pt x="737" y="555"/>
                  <a:pt x="747" y="555"/>
                </a:cubicBezTo>
                <a:cubicBezTo>
                  <a:pt x="756" y="555"/>
                  <a:pt x="764" y="547"/>
                  <a:pt x="764" y="538"/>
                </a:cubicBezTo>
                <a:cubicBezTo>
                  <a:pt x="764" y="528"/>
                  <a:pt x="756" y="521"/>
                  <a:pt x="747" y="521"/>
                </a:cubicBezTo>
                <a:close/>
                <a:moveTo>
                  <a:pt x="915" y="649"/>
                </a:moveTo>
                <a:cubicBezTo>
                  <a:pt x="901" y="649"/>
                  <a:pt x="891" y="660"/>
                  <a:pt x="891" y="673"/>
                </a:cubicBezTo>
                <a:cubicBezTo>
                  <a:pt x="891" y="686"/>
                  <a:pt x="901" y="697"/>
                  <a:pt x="915" y="697"/>
                </a:cubicBezTo>
                <a:cubicBezTo>
                  <a:pt x="928" y="697"/>
                  <a:pt x="939" y="686"/>
                  <a:pt x="939" y="673"/>
                </a:cubicBezTo>
                <a:cubicBezTo>
                  <a:pt x="939" y="660"/>
                  <a:pt x="928" y="649"/>
                  <a:pt x="915" y="649"/>
                </a:cubicBezTo>
                <a:close/>
                <a:moveTo>
                  <a:pt x="1074" y="788"/>
                </a:moveTo>
                <a:cubicBezTo>
                  <a:pt x="1057" y="788"/>
                  <a:pt x="1044" y="802"/>
                  <a:pt x="1044" y="818"/>
                </a:cubicBezTo>
                <a:cubicBezTo>
                  <a:pt x="1044" y="834"/>
                  <a:pt x="1057" y="848"/>
                  <a:pt x="1074" y="848"/>
                </a:cubicBezTo>
                <a:cubicBezTo>
                  <a:pt x="1090" y="848"/>
                  <a:pt x="1104" y="834"/>
                  <a:pt x="1104" y="818"/>
                </a:cubicBezTo>
                <a:cubicBezTo>
                  <a:pt x="1104" y="802"/>
                  <a:pt x="1090" y="788"/>
                  <a:pt x="1074" y="788"/>
                </a:cubicBezTo>
                <a:close/>
                <a:moveTo>
                  <a:pt x="1224" y="938"/>
                </a:moveTo>
                <a:cubicBezTo>
                  <a:pt x="1205" y="938"/>
                  <a:pt x="1190" y="954"/>
                  <a:pt x="1190" y="973"/>
                </a:cubicBezTo>
                <a:cubicBezTo>
                  <a:pt x="1190" y="992"/>
                  <a:pt x="1205" y="1007"/>
                  <a:pt x="1224" y="1007"/>
                </a:cubicBezTo>
                <a:cubicBezTo>
                  <a:pt x="1243" y="1007"/>
                  <a:pt x="1258" y="992"/>
                  <a:pt x="1258" y="973"/>
                </a:cubicBezTo>
                <a:cubicBezTo>
                  <a:pt x="1258" y="954"/>
                  <a:pt x="1243" y="938"/>
                  <a:pt x="1224" y="938"/>
                </a:cubicBezTo>
                <a:close/>
                <a:moveTo>
                  <a:pt x="1401" y="1136"/>
                </a:moveTo>
                <a:cubicBezTo>
                  <a:pt x="1401" y="1116"/>
                  <a:pt x="1384" y="1099"/>
                  <a:pt x="1364" y="1099"/>
                </a:cubicBezTo>
                <a:cubicBezTo>
                  <a:pt x="1343" y="1099"/>
                  <a:pt x="1327" y="1116"/>
                  <a:pt x="1327" y="1136"/>
                </a:cubicBezTo>
                <a:cubicBezTo>
                  <a:pt x="1327" y="1157"/>
                  <a:pt x="1343" y="1173"/>
                  <a:pt x="1364" y="1173"/>
                </a:cubicBezTo>
                <a:cubicBezTo>
                  <a:pt x="1384" y="1173"/>
                  <a:pt x="1401" y="1157"/>
                  <a:pt x="1401" y="1136"/>
                </a:cubicBezTo>
                <a:close/>
                <a:moveTo>
                  <a:pt x="1494" y="1267"/>
                </a:moveTo>
                <a:cubicBezTo>
                  <a:pt x="1471" y="1267"/>
                  <a:pt x="1453" y="1285"/>
                  <a:pt x="1453" y="1308"/>
                </a:cubicBezTo>
                <a:cubicBezTo>
                  <a:pt x="1453" y="1331"/>
                  <a:pt x="1471" y="1349"/>
                  <a:pt x="1494" y="1349"/>
                </a:cubicBezTo>
                <a:cubicBezTo>
                  <a:pt x="1516" y="1349"/>
                  <a:pt x="1535" y="1331"/>
                  <a:pt x="1535" y="1308"/>
                </a:cubicBezTo>
                <a:cubicBezTo>
                  <a:pt x="1535" y="1285"/>
                  <a:pt x="1516" y="1267"/>
                  <a:pt x="1494" y="1267"/>
                </a:cubicBezTo>
                <a:close/>
                <a:moveTo>
                  <a:pt x="1613" y="1441"/>
                </a:moveTo>
                <a:cubicBezTo>
                  <a:pt x="1587" y="1441"/>
                  <a:pt x="1566" y="1462"/>
                  <a:pt x="1566" y="1488"/>
                </a:cubicBezTo>
                <a:cubicBezTo>
                  <a:pt x="1566" y="1513"/>
                  <a:pt x="1587" y="1534"/>
                  <a:pt x="1613" y="1534"/>
                </a:cubicBezTo>
                <a:cubicBezTo>
                  <a:pt x="1638" y="1534"/>
                  <a:pt x="1659" y="1513"/>
                  <a:pt x="1659" y="1488"/>
                </a:cubicBezTo>
                <a:cubicBezTo>
                  <a:pt x="1659" y="1462"/>
                  <a:pt x="1638" y="1441"/>
                  <a:pt x="1613" y="1441"/>
                </a:cubicBezTo>
                <a:close/>
                <a:moveTo>
                  <a:pt x="1720" y="1727"/>
                </a:moveTo>
                <a:cubicBezTo>
                  <a:pt x="1750" y="1727"/>
                  <a:pt x="1773" y="1704"/>
                  <a:pt x="1773" y="1674"/>
                </a:cubicBezTo>
                <a:cubicBezTo>
                  <a:pt x="1773" y="1645"/>
                  <a:pt x="1750" y="1621"/>
                  <a:pt x="1720" y="1621"/>
                </a:cubicBezTo>
                <a:cubicBezTo>
                  <a:pt x="1691" y="1621"/>
                  <a:pt x="1667" y="1645"/>
                  <a:pt x="1667" y="1674"/>
                </a:cubicBezTo>
                <a:cubicBezTo>
                  <a:pt x="1667" y="1704"/>
                  <a:pt x="1691" y="1727"/>
                  <a:pt x="1720" y="1727"/>
                </a:cubicBezTo>
                <a:close/>
                <a:moveTo>
                  <a:pt x="1875" y="1867"/>
                </a:moveTo>
                <a:cubicBezTo>
                  <a:pt x="1875" y="1835"/>
                  <a:pt x="1849" y="1808"/>
                  <a:pt x="1816" y="1808"/>
                </a:cubicBezTo>
                <a:cubicBezTo>
                  <a:pt x="1784" y="1808"/>
                  <a:pt x="1758" y="1835"/>
                  <a:pt x="1758" y="1867"/>
                </a:cubicBezTo>
                <a:cubicBezTo>
                  <a:pt x="1758" y="1899"/>
                  <a:pt x="1784" y="1926"/>
                  <a:pt x="1816" y="1926"/>
                </a:cubicBezTo>
                <a:cubicBezTo>
                  <a:pt x="1849" y="1926"/>
                  <a:pt x="1875" y="1899"/>
                  <a:pt x="1875" y="1867"/>
                </a:cubicBezTo>
                <a:close/>
                <a:moveTo>
                  <a:pt x="1836" y="2065"/>
                </a:moveTo>
                <a:cubicBezTo>
                  <a:pt x="1836" y="2101"/>
                  <a:pt x="1865" y="2129"/>
                  <a:pt x="1900" y="2129"/>
                </a:cubicBezTo>
                <a:cubicBezTo>
                  <a:pt x="1936" y="2129"/>
                  <a:pt x="1964" y="2101"/>
                  <a:pt x="1964" y="2065"/>
                </a:cubicBezTo>
                <a:cubicBezTo>
                  <a:pt x="1964" y="2030"/>
                  <a:pt x="1936" y="2002"/>
                  <a:pt x="1900" y="2002"/>
                </a:cubicBezTo>
                <a:cubicBezTo>
                  <a:pt x="1865" y="2002"/>
                  <a:pt x="1836" y="2030"/>
                  <a:pt x="1836" y="2065"/>
                </a:cubicBezTo>
                <a:close/>
                <a:moveTo>
                  <a:pt x="1972" y="2202"/>
                </a:moveTo>
                <a:cubicBezTo>
                  <a:pt x="1935" y="2202"/>
                  <a:pt x="1906" y="2232"/>
                  <a:pt x="1906" y="2269"/>
                </a:cubicBezTo>
                <a:cubicBezTo>
                  <a:pt x="1906" y="2305"/>
                  <a:pt x="1935" y="2335"/>
                  <a:pt x="1972" y="2335"/>
                </a:cubicBezTo>
                <a:cubicBezTo>
                  <a:pt x="2008" y="2335"/>
                  <a:pt x="2038" y="2305"/>
                  <a:pt x="2038" y="2269"/>
                </a:cubicBezTo>
                <a:cubicBezTo>
                  <a:pt x="2038" y="2232"/>
                  <a:pt x="2008" y="2202"/>
                  <a:pt x="1972" y="2202"/>
                </a:cubicBezTo>
                <a:close/>
                <a:moveTo>
                  <a:pt x="2031" y="2410"/>
                </a:moveTo>
                <a:cubicBezTo>
                  <a:pt x="1994" y="2410"/>
                  <a:pt x="1965" y="2439"/>
                  <a:pt x="1965" y="2476"/>
                </a:cubicBezTo>
                <a:cubicBezTo>
                  <a:pt x="1965" y="2512"/>
                  <a:pt x="1994" y="2542"/>
                  <a:pt x="2031" y="2542"/>
                </a:cubicBezTo>
                <a:cubicBezTo>
                  <a:pt x="2067" y="2542"/>
                  <a:pt x="2097" y="2512"/>
                  <a:pt x="2097" y="2476"/>
                </a:cubicBezTo>
                <a:cubicBezTo>
                  <a:pt x="2097" y="2439"/>
                  <a:pt x="2067" y="2410"/>
                  <a:pt x="2031" y="2410"/>
                </a:cubicBezTo>
                <a:close/>
                <a:moveTo>
                  <a:pt x="2077" y="2621"/>
                </a:moveTo>
                <a:cubicBezTo>
                  <a:pt x="2041" y="2621"/>
                  <a:pt x="2012" y="2650"/>
                  <a:pt x="2012" y="2686"/>
                </a:cubicBezTo>
                <a:cubicBezTo>
                  <a:pt x="2012" y="2722"/>
                  <a:pt x="2041" y="2751"/>
                  <a:pt x="2077" y="2751"/>
                </a:cubicBezTo>
                <a:cubicBezTo>
                  <a:pt x="2113" y="2751"/>
                  <a:pt x="2142" y="2722"/>
                  <a:pt x="2142" y="2686"/>
                </a:cubicBezTo>
                <a:cubicBezTo>
                  <a:pt x="2142" y="2650"/>
                  <a:pt x="2113" y="2621"/>
                  <a:pt x="2077" y="2621"/>
                </a:cubicBezTo>
                <a:close/>
                <a:moveTo>
                  <a:pt x="2110" y="2836"/>
                </a:moveTo>
                <a:cubicBezTo>
                  <a:pt x="2075" y="2836"/>
                  <a:pt x="2047" y="2864"/>
                  <a:pt x="2047" y="2899"/>
                </a:cubicBezTo>
                <a:cubicBezTo>
                  <a:pt x="2047" y="2934"/>
                  <a:pt x="2075" y="2962"/>
                  <a:pt x="2110" y="2962"/>
                </a:cubicBezTo>
                <a:cubicBezTo>
                  <a:pt x="2145" y="2962"/>
                  <a:pt x="2173" y="2934"/>
                  <a:pt x="2173" y="2899"/>
                </a:cubicBezTo>
                <a:cubicBezTo>
                  <a:pt x="2173" y="2864"/>
                  <a:pt x="2145" y="2836"/>
                  <a:pt x="2110" y="2836"/>
                </a:cubicBezTo>
                <a:close/>
                <a:moveTo>
                  <a:pt x="2130" y="3054"/>
                </a:moveTo>
                <a:cubicBezTo>
                  <a:pt x="2097" y="3054"/>
                  <a:pt x="2071" y="3081"/>
                  <a:pt x="2071" y="3113"/>
                </a:cubicBezTo>
                <a:cubicBezTo>
                  <a:pt x="2071" y="3146"/>
                  <a:pt x="2097" y="3173"/>
                  <a:pt x="2130" y="3173"/>
                </a:cubicBezTo>
                <a:cubicBezTo>
                  <a:pt x="2163" y="3173"/>
                  <a:pt x="2189" y="3146"/>
                  <a:pt x="2189" y="3113"/>
                </a:cubicBezTo>
                <a:cubicBezTo>
                  <a:pt x="2189" y="3081"/>
                  <a:pt x="2163" y="3054"/>
                  <a:pt x="2130" y="3054"/>
                </a:cubicBezTo>
                <a:close/>
                <a:moveTo>
                  <a:pt x="2342" y="3263"/>
                </a:moveTo>
                <a:cubicBezTo>
                  <a:pt x="2306" y="3263"/>
                  <a:pt x="2277" y="3292"/>
                  <a:pt x="2277" y="3329"/>
                </a:cubicBezTo>
                <a:cubicBezTo>
                  <a:pt x="2277" y="3365"/>
                  <a:pt x="2306" y="3394"/>
                  <a:pt x="2342" y="3394"/>
                </a:cubicBezTo>
                <a:cubicBezTo>
                  <a:pt x="2378" y="3394"/>
                  <a:pt x="2408" y="3365"/>
                  <a:pt x="2408" y="3329"/>
                </a:cubicBezTo>
                <a:cubicBezTo>
                  <a:pt x="2408" y="3292"/>
                  <a:pt x="2378" y="3263"/>
                  <a:pt x="2342" y="3263"/>
                </a:cubicBezTo>
                <a:close/>
                <a:moveTo>
                  <a:pt x="2399" y="3544"/>
                </a:moveTo>
                <a:cubicBezTo>
                  <a:pt x="2399" y="3509"/>
                  <a:pt x="2371" y="3481"/>
                  <a:pt x="2336" y="3481"/>
                </a:cubicBezTo>
                <a:cubicBezTo>
                  <a:pt x="2301" y="3481"/>
                  <a:pt x="2273" y="3509"/>
                  <a:pt x="2273" y="3544"/>
                </a:cubicBezTo>
                <a:cubicBezTo>
                  <a:pt x="2273" y="3579"/>
                  <a:pt x="2301" y="3607"/>
                  <a:pt x="2336" y="3607"/>
                </a:cubicBezTo>
                <a:cubicBezTo>
                  <a:pt x="2371" y="3607"/>
                  <a:pt x="2399" y="3579"/>
                  <a:pt x="2399" y="3544"/>
                </a:cubicBezTo>
                <a:close/>
                <a:moveTo>
                  <a:pt x="2378" y="3759"/>
                </a:moveTo>
                <a:cubicBezTo>
                  <a:pt x="2378" y="3725"/>
                  <a:pt x="2351" y="3698"/>
                  <a:pt x="2317" y="3698"/>
                </a:cubicBezTo>
                <a:cubicBezTo>
                  <a:pt x="2283" y="3698"/>
                  <a:pt x="2256" y="3725"/>
                  <a:pt x="2256" y="3759"/>
                </a:cubicBezTo>
                <a:cubicBezTo>
                  <a:pt x="2256" y="3792"/>
                  <a:pt x="2283" y="3820"/>
                  <a:pt x="2317" y="3820"/>
                </a:cubicBezTo>
                <a:cubicBezTo>
                  <a:pt x="2351" y="3820"/>
                  <a:pt x="2378" y="3792"/>
                  <a:pt x="2378" y="3759"/>
                </a:cubicBezTo>
                <a:close/>
                <a:moveTo>
                  <a:pt x="2228" y="3972"/>
                </a:moveTo>
                <a:cubicBezTo>
                  <a:pt x="2228" y="4004"/>
                  <a:pt x="2254" y="4029"/>
                  <a:pt x="2286" y="4029"/>
                </a:cubicBezTo>
                <a:cubicBezTo>
                  <a:pt x="2318" y="4029"/>
                  <a:pt x="2344" y="4004"/>
                  <a:pt x="2344" y="3972"/>
                </a:cubicBezTo>
                <a:cubicBezTo>
                  <a:pt x="2344" y="3940"/>
                  <a:pt x="2318" y="3914"/>
                  <a:pt x="2286" y="3914"/>
                </a:cubicBezTo>
                <a:cubicBezTo>
                  <a:pt x="2254" y="3914"/>
                  <a:pt x="2228" y="3940"/>
                  <a:pt x="2228" y="3972"/>
                </a:cubicBezTo>
                <a:close/>
                <a:moveTo>
                  <a:pt x="2296" y="4183"/>
                </a:moveTo>
                <a:cubicBezTo>
                  <a:pt x="2296" y="4153"/>
                  <a:pt x="2272" y="4129"/>
                  <a:pt x="2242" y="4129"/>
                </a:cubicBezTo>
                <a:cubicBezTo>
                  <a:pt x="2213" y="4129"/>
                  <a:pt x="2189" y="4153"/>
                  <a:pt x="2189" y="4183"/>
                </a:cubicBezTo>
                <a:cubicBezTo>
                  <a:pt x="2189" y="4212"/>
                  <a:pt x="2213" y="4236"/>
                  <a:pt x="2242" y="4236"/>
                </a:cubicBezTo>
                <a:cubicBezTo>
                  <a:pt x="2272" y="4236"/>
                  <a:pt x="2296" y="4212"/>
                  <a:pt x="2296" y="4183"/>
                </a:cubicBezTo>
                <a:close/>
                <a:moveTo>
                  <a:pt x="2236" y="4391"/>
                </a:moveTo>
                <a:cubicBezTo>
                  <a:pt x="2236" y="4364"/>
                  <a:pt x="2214" y="4342"/>
                  <a:pt x="2187" y="4342"/>
                </a:cubicBezTo>
                <a:cubicBezTo>
                  <a:pt x="2160" y="4342"/>
                  <a:pt x="2138" y="4364"/>
                  <a:pt x="2138" y="4391"/>
                </a:cubicBezTo>
                <a:cubicBezTo>
                  <a:pt x="2138" y="4418"/>
                  <a:pt x="2160" y="4440"/>
                  <a:pt x="2187" y="4440"/>
                </a:cubicBezTo>
                <a:cubicBezTo>
                  <a:pt x="2214" y="4440"/>
                  <a:pt x="2236" y="4418"/>
                  <a:pt x="2236" y="4391"/>
                </a:cubicBezTo>
                <a:close/>
                <a:moveTo>
                  <a:pt x="2119" y="4640"/>
                </a:moveTo>
                <a:cubicBezTo>
                  <a:pt x="2143" y="4640"/>
                  <a:pt x="2163" y="4620"/>
                  <a:pt x="2163" y="4595"/>
                </a:cubicBezTo>
                <a:cubicBezTo>
                  <a:pt x="2163" y="4571"/>
                  <a:pt x="2143" y="4551"/>
                  <a:pt x="2119" y="4551"/>
                </a:cubicBezTo>
                <a:cubicBezTo>
                  <a:pt x="2094" y="4551"/>
                  <a:pt x="2074" y="4571"/>
                  <a:pt x="2074" y="4595"/>
                </a:cubicBezTo>
                <a:cubicBezTo>
                  <a:pt x="2074" y="4620"/>
                  <a:pt x="2094" y="4640"/>
                  <a:pt x="2119" y="4640"/>
                </a:cubicBezTo>
                <a:close/>
                <a:moveTo>
                  <a:pt x="2039" y="4835"/>
                </a:moveTo>
                <a:cubicBezTo>
                  <a:pt x="2061" y="4835"/>
                  <a:pt x="2079" y="4817"/>
                  <a:pt x="2079" y="4795"/>
                </a:cubicBezTo>
                <a:cubicBezTo>
                  <a:pt x="2079" y="4774"/>
                  <a:pt x="2061" y="4756"/>
                  <a:pt x="2039" y="4756"/>
                </a:cubicBezTo>
                <a:cubicBezTo>
                  <a:pt x="2018" y="4756"/>
                  <a:pt x="2000" y="4774"/>
                  <a:pt x="2000" y="4795"/>
                </a:cubicBezTo>
                <a:cubicBezTo>
                  <a:pt x="2000" y="4817"/>
                  <a:pt x="2018" y="4835"/>
                  <a:pt x="2039" y="4835"/>
                </a:cubicBezTo>
                <a:close/>
                <a:moveTo>
                  <a:pt x="1982" y="4991"/>
                </a:moveTo>
                <a:cubicBezTo>
                  <a:pt x="1982" y="4972"/>
                  <a:pt x="1967" y="4957"/>
                  <a:pt x="1948" y="4957"/>
                </a:cubicBezTo>
                <a:cubicBezTo>
                  <a:pt x="1930" y="4957"/>
                  <a:pt x="1915" y="4972"/>
                  <a:pt x="1915" y="4991"/>
                </a:cubicBezTo>
                <a:cubicBezTo>
                  <a:pt x="1915" y="5009"/>
                  <a:pt x="1930" y="5024"/>
                  <a:pt x="1948" y="5024"/>
                </a:cubicBezTo>
                <a:cubicBezTo>
                  <a:pt x="1967" y="5024"/>
                  <a:pt x="1982" y="5009"/>
                  <a:pt x="1982" y="4991"/>
                </a:cubicBezTo>
                <a:close/>
                <a:moveTo>
                  <a:pt x="1818" y="5180"/>
                </a:moveTo>
                <a:cubicBezTo>
                  <a:pt x="1818" y="5196"/>
                  <a:pt x="1831" y="5208"/>
                  <a:pt x="1846" y="5208"/>
                </a:cubicBezTo>
                <a:cubicBezTo>
                  <a:pt x="1862" y="5208"/>
                  <a:pt x="1874" y="5196"/>
                  <a:pt x="1874" y="5180"/>
                </a:cubicBezTo>
                <a:cubicBezTo>
                  <a:pt x="1874" y="5165"/>
                  <a:pt x="1862" y="5152"/>
                  <a:pt x="1846" y="5152"/>
                </a:cubicBezTo>
                <a:cubicBezTo>
                  <a:pt x="1831" y="5152"/>
                  <a:pt x="1818" y="5165"/>
                  <a:pt x="1818" y="5180"/>
                </a:cubicBezTo>
                <a:close/>
                <a:moveTo>
                  <a:pt x="1733" y="5385"/>
                </a:moveTo>
                <a:cubicBezTo>
                  <a:pt x="1745" y="5385"/>
                  <a:pt x="1755" y="5375"/>
                  <a:pt x="1755" y="5363"/>
                </a:cubicBezTo>
                <a:cubicBezTo>
                  <a:pt x="1755" y="5351"/>
                  <a:pt x="1745" y="5342"/>
                  <a:pt x="1733" y="5342"/>
                </a:cubicBezTo>
                <a:cubicBezTo>
                  <a:pt x="1721" y="5342"/>
                  <a:pt x="1711" y="5351"/>
                  <a:pt x="1711" y="5363"/>
                </a:cubicBezTo>
                <a:cubicBezTo>
                  <a:pt x="1711" y="5375"/>
                  <a:pt x="1721" y="5385"/>
                  <a:pt x="1733" y="5385"/>
                </a:cubicBezTo>
                <a:close/>
                <a:moveTo>
                  <a:pt x="1610" y="5525"/>
                </a:moveTo>
                <a:cubicBezTo>
                  <a:pt x="1601" y="5525"/>
                  <a:pt x="1594" y="5531"/>
                  <a:pt x="1594" y="5540"/>
                </a:cubicBezTo>
                <a:cubicBezTo>
                  <a:pt x="1594" y="5548"/>
                  <a:pt x="1601" y="5555"/>
                  <a:pt x="1610" y="5555"/>
                </a:cubicBezTo>
                <a:cubicBezTo>
                  <a:pt x="1618" y="5555"/>
                  <a:pt x="1625" y="5548"/>
                  <a:pt x="1625" y="5540"/>
                </a:cubicBezTo>
                <a:cubicBezTo>
                  <a:pt x="1625" y="5531"/>
                  <a:pt x="1618" y="5525"/>
                  <a:pt x="1610" y="5525"/>
                </a:cubicBezTo>
                <a:close/>
                <a:moveTo>
                  <a:pt x="1476" y="5700"/>
                </a:moveTo>
                <a:cubicBezTo>
                  <a:pt x="1471" y="5700"/>
                  <a:pt x="1467" y="5704"/>
                  <a:pt x="1467" y="5709"/>
                </a:cubicBezTo>
                <a:cubicBezTo>
                  <a:pt x="1467" y="5714"/>
                  <a:pt x="1471" y="5718"/>
                  <a:pt x="1476" y="5718"/>
                </a:cubicBezTo>
                <a:cubicBezTo>
                  <a:pt x="1481" y="5718"/>
                  <a:pt x="1485" y="5714"/>
                  <a:pt x="1485" y="5709"/>
                </a:cubicBezTo>
                <a:cubicBezTo>
                  <a:pt x="1485" y="5704"/>
                  <a:pt x="1481" y="5700"/>
                  <a:pt x="1476" y="5700"/>
                </a:cubicBezTo>
                <a:close/>
                <a:moveTo>
                  <a:pt x="1333" y="5865"/>
                </a:moveTo>
                <a:cubicBezTo>
                  <a:pt x="1330" y="5865"/>
                  <a:pt x="1328" y="5867"/>
                  <a:pt x="1328" y="5870"/>
                </a:cubicBezTo>
                <a:cubicBezTo>
                  <a:pt x="1328" y="5872"/>
                  <a:pt x="1330" y="5874"/>
                  <a:pt x="1333" y="5874"/>
                </a:cubicBezTo>
                <a:cubicBezTo>
                  <a:pt x="1335" y="5874"/>
                  <a:pt x="1337" y="5872"/>
                  <a:pt x="1337" y="5870"/>
                </a:cubicBezTo>
                <a:cubicBezTo>
                  <a:pt x="1337" y="5867"/>
                  <a:pt x="1335" y="5865"/>
                  <a:pt x="1333" y="5865"/>
                </a:cubicBezTo>
                <a:close/>
                <a:moveTo>
                  <a:pt x="1180" y="6020"/>
                </a:moveTo>
                <a:cubicBezTo>
                  <a:pt x="1179" y="6020"/>
                  <a:pt x="1178" y="6021"/>
                  <a:pt x="1178" y="6022"/>
                </a:cubicBezTo>
                <a:cubicBezTo>
                  <a:pt x="1178" y="6023"/>
                  <a:pt x="1179" y="6024"/>
                  <a:pt x="1180" y="6024"/>
                </a:cubicBezTo>
                <a:cubicBezTo>
                  <a:pt x="1182" y="6024"/>
                  <a:pt x="1183" y="6023"/>
                  <a:pt x="1183" y="6022"/>
                </a:cubicBezTo>
                <a:cubicBezTo>
                  <a:pt x="1183" y="6021"/>
                  <a:pt x="1182" y="6020"/>
                  <a:pt x="1180" y="6020"/>
                </a:cubicBezTo>
                <a:close/>
                <a:moveTo>
                  <a:pt x="1020" y="6164"/>
                </a:moveTo>
                <a:cubicBezTo>
                  <a:pt x="1019" y="6164"/>
                  <a:pt x="1018" y="6164"/>
                  <a:pt x="1018" y="6165"/>
                </a:cubicBezTo>
                <a:cubicBezTo>
                  <a:pt x="1018" y="6166"/>
                  <a:pt x="1019" y="6167"/>
                  <a:pt x="1020" y="6167"/>
                </a:cubicBezTo>
                <a:cubicBezTo>
                  <a:pt x="1020" y="6167"/>
                  <a:pt x="1021" y="6166"/>
                  <a:pt x="1021" y="6165"/>
                </a:cubicBezTo>
                <a:cubicBezTo>
                  <a:pt x="1021" y="6164"/>
                  <a:pt x="1020" y="6164"/>
                  <a:pt x="1020" y="6164"/>
                </a:cubicBezTo>
                <a:close/>
                <a:moveTo>
                  <a:pt x="301" y="18"/>
                </a:moveTo>
                <a:cubicBezTo>
                  <a:pt x="300" y="18"/>
                  <a:pt x="299" y="19"/>
                  <a:pt x="299" y="20"/>
                </a:cubicBezTo>
                <a:cubicBezTo>
                  <a:pt x="299" y="21"/>
                  <a:pt x="300" y="21"/>
                  <a:pt x="301" y="21"/>
                </a:cubicBezTo>
                <a:cubicBezTo>
                  <a:pt x="302" y="21"/>
                  <a:pt x="303" y="21"/>
                  <a:pt x="303" y="20"/>
                </a:cubicBezTo>
                <a:cubicBezTo>
                  <a:pt x="303" y="19"/>
                  <a:pt x="302" y="18"/>
                  <a:pt x="301" y="18"/>
                </a:cubicBezTo>
                <a:close/>
                <a:moveTo>
                  <a:pt x="491" y="120"/>
                </a:moveTo>
                <a:cubicBezTo>
                  <a:pt x="490" y="120"/>
                  <a:pt x="489" y="121"/>
                  <a:pt x="489" y="122"/>
                </a:cubicBezTo>
                <a:cubicBezTo>
                  <a:pt x="489" y="123"/>
                  <a:pt x="490" y="124"/>
                  <a:pt x="491" y="124"/>
                </a:cubicBezTo>
                <a:cubicBezTo>
                  <a:pt x="492" y="124"/>
                  <a:pt x="493" y="123"/>
                  <a:pt x="493" y="122"/>
                </a:cubicBezTo>
                <a:cubicBezTo>
                  <a:pt x="493" y="121"/>
                  <a:pt x="492" y="120"/>
                  <a:pt x="491" y="120"/>
                </a:cubicBezTo>
                <a:close/>
                <a:moveTo>
                  <a:pt x="674" y="233"/>
                </a:moveTo>
                <a:cubicBezTo>
                  <a:pt x="673" y="233"/>
                  <a:pt x="672" y="234"/>
                  <a:pt x="672" y="235"/>
                </a:cubicBezTo>
                <a:cubicBezTo>
                  <a:pt x="672" y="236"/>
                  <a:pt x="673" y="237"/>
                  <a:pt x="674" y="237"/>
                </a:cubicBezTo>
                <a:cubicBezTo>
                  <a:pt x="675" y="237"/>
                  <a:pt x="676" y="236"/>
                  <a:pt x="676" y="235"/>
                </a:cubicBezTo>
                <a:cubicBezTo>
                  <a:pt x="676" y="234"/>
                  <a:pt x="675" y="233"/>
                  <a:pt x="674" y="233"/>
                </a:cubicBezTo>
                <a:close/>
                <a:moveTo>
                  <a:pt x="851" y="355"/>
                </a:moveTo>
                <a:cubicBezTo>
                  <a:pt x="849" y="355"/>
                  <a:pt x="847" y="357"/>
                  <a:pt x="847" y="359"/>
                </a:cubicBezTo>
                <a:cubicBezTo>
                  <a:pt x="847" y="360"/>
                  <a:pt x="849" y="362"/>
                  <a:pt x="851" y="362"/>
                </a:cubicBezTo>
                <a:cubicBezTo>
                  <a:pt x="852" y="362"/>
                  <a:pt x="854" y="360"/>
                  <a:pt x="854" y="359"/>
                </a:cubicBezTo>
                <a:cubicBezTo>
                  <a:pt x="854" y="357"/>
                  <a:pt x="852" y="355"/>
                  <a:pt x="851" y="355"/>
                </a:cubicBezTo>
                <a:close/>
                <a:moveTo>
                  <a:pt x="1020" y="488"/>
                </a:moveTo>
                <a:cubicBezTo>
                  <a:pt x="1017" y="488"/>
                  <a:pt x="1015" y="490"/>
                  <a:pt x="1015" y="492"/>
                </a:cubicBezTo>
                <a:cubicBezTo>
                  <a:pt x="1015" y="495"/>
                  <a:pt x="1017" y="497"/>
                  <a:pt x="1020" y="497"/>
                </a:cubicBezTo>
                <a:cubicBezTo>
                  <a:pt x="1022" y="497"/>
                  <a:pt x="1024" y="495"/>
                  <a:pt x="1024" y="492"/>
                </a:cubicBezTo>
                <a:cubicBezTo>
                  <a:pt x="1024" y="490"/>
                  <a:pt x="1022" y="488"/>
                  <a:pt x="1020" y="488"/>
                </a:cubicBezTo>
                <a:close/>
                <a:moveTo>
                  <a:pt x="1180" y="627"/>
                </a:moveTo>
                <a:cubicBezTo>
                  <a:pt x="1176" y="627"/>
                  <a:pt x="1172" y="631"/>
                  <a:pt x="1172" y="635"/>
                </a:cubicBezTo>
                <a:cubicBezTo>
                  <a:pt x="1172" y="640"/>
                  <a:pt x="1176" y="644"/>
                  <a:pt x="1180" y="644"/>
                </a:cubicBezTo>
                <a:cubicBezTo>
                  <a:pt x="1185" y="644"/>
                  <a:pt x="1189" y="640"/>
                  <a:pt x="1189" y="635"/>
                </a:cubicBezTo>
                <a:cubicBezTo>
                  <a:pt x="1189" y="631"/>
                  <a:pt x="1185" y="627"/>
                  <a:pt x="1180" y="627"/>
                </a:cubicBezTo>
                <a:close/>
                <a:moveTo>
                  <a:pt x="1346" y="788"/>
                </a:moveTo>
                <a:cubicBezTo>
                  <a:pt x="1346" y="780"/>
                  <a:pt x="1340" y="775"/>
                  <a:pt x="1333" y="775"/>
                </a:cubicBezTo>
                <a:cubicBezTo>
                  <a:pt x="1325" y="775"/>
                  <a:pt x="1320" y="780"/>
                  <a:pt x="1320" y="788"/>
                </a:cubicBezTo>
                <a:cubicBezTo>
                  <a:pt x="1320" y="795"/>
                  <a:pt x="1325" y="801"/>
                  <a:pt x="1333" y="801"/>
                </a:cubicBezTo>
                <a:cubicBezTo>
                  <a:pt x="1340" y="801"/>
                  <a:pt x="1346" y="795"/>
                  <a:pt x="1346" y="788"/>
                </a:cubicBezTo>
                <a:close/>
                <a:moveTo>
                  <a:pt x="1476" y="969"/>
                </a:moveTo>
                <a:cubicBezTo>
                  <a:pt x="1487" y="969"/>
                  <a:pt x="1496" y="960"/>
                  <a:pt x="1496" y="949"/>
                </a:cubicBezTo>
                <a:cubicBezTo>
                  <a:pt x="1496" y="938"/>
                  <a:pt x="1487" y="929"/>
                  <a:pt x="1476" y="929"/>
                </a:cubicBezTo>
                <a:cubicBezTo>
                  <a:pt x="1465" y="929"/>
                  <a:pt x="1456" y="938"/>
                  <a:pt x="1456" y="949"/>
                </a:cubicBezTo>
                <a:cubicBezTo>
                  <a:pt x="1456" y="960"/>
                  <a:pt x="1465" y="969"/>
                  <a:pt x="1476" y="969"/>
                </a:cubicBezTo>
                <a:close/>
                <a:moveTo>
                  <a:pt x="1610" y="1144"/>
                </a:moveTo>
                <a:cubicBezTo>
                  <a:pt x="1624" y="1144"/>
                  <a:pt x="1636" y="1132"/>
                  <a:pt x="1636" y="1118"/>
                </a:cubicBezTo>
                <a:cubicBezTo>
                  <a:pt x="1636" y="1103"/>
                  <a:pt x="1624" y="1091"/>
                  <a:pt x="1610" y="1091"/>
                </a:cubicBezTo>
                <a:cubicBezTo>
                  <a:pt x="1595" y="1091"/>
                  <a:pt x="1583" y="1103"/>
                  <a:pt x="1583" y="1118"/>
                </a:cubicBezTo>
                <a:cubicBezTo>
                  <a:pt x="1583" y="1132"/>
                  <a:pt x="1595" y="1144"/>
                  <a:pt x="1610" y="1144"/>
                </a:cubicBezTo>
                <a:close/>
                <a:moveTo>
                  <a:pt x="1733" y="1325"/>
                </a:moveTo>
                <a:cubicBezTo>
                  <a:pt x="1750" y="1325"/>
                  <a:pt x="1764" y="1311"/>
                  <a:pt x="1764" y="1294"/>
                </a:cubicBezTo>
                <a:cubicBezTo>
                  <a:pt x="1764" y="1277"/>
                  <a:pt x="1750" y="1263"/>
                  <a:pt x="1733" y="1263"/>
                </a:cubicBezTo>
                <a:cubicBezTo>
                  <a:pt x="1716" y="1263"/>
                  <a:pt x="1702" y="1277"/>
                  <a:pt x="1702" y="1294"/>
                </a:cubicBezTo>
                <a:cubicBezTo>
                  <a:pt x="1702" y="1311"/>
                  <a:pt x="1716" y="1325"/>
                  <a:pt x="1733" y="1325"/>
                </a:cubicBezTo>
                <a:close/>
                <a:moveTo>
                  <a:pt x="1846" y="1512"/>
                </a:moveTo>
                <a:cubicBezTo>
                  <a:pt x="1865" y="1512"/>
                  <a:pt x="1881" y="1497"/>
                  <a:pt x="1881" y="1477"/>
                </a:cubicBezTo>
                <a:cubicBezTo>
                  <a:pt x="1881" y="1458"/>
                  <a:pt x="1865" y="1442"/>
                  <a:pt x="1846" y="1442"/>
                </a:cubicBezTo>
                <a:cubicBezTo>
                  <a:pt x="1827" y="1442"/>
                  <a:pt x="1811" y="1458"/>
                  <a:pt x="1811" y="1477"/>
                </a:cubicBezTo>
                <a:cubicBezTo>
                  <a:pt x="1811" y="1497"/>
                  <a:pt x="1827" y="1512"/>
                  <a:pt x="1846" y="1512"/>
                </a:cubicBezTo>
                <a:close/>
                <a:moveTo>
                  <a:pt x="1948" y="1705"/>
                </a:moveTo>
                <a:cubicBezTo>
                  <a:pt x="1969" y="1705"/>
                  <a:pt x="1986" y="1688"/>
                  <a:pt x="1986" y="1667"/>
                </a:cubicBezTo>
                <a:cubicBezTo>
                  <a:pt x="1986" y="1646"/>
                  <a:pt x="1969" y="1629"/>
                  <a:pt x="1948" y="1629"/>
                </a:cubicBezTo>
                <a:cubicBezTo>
                  <a:pt x="1928" y="1629"/>
                  <a:pt x="1911" y="1646"/>
                  <a:pt x="1911" y="1667"/>
                </a:cubicBezTo>
                <a:cubicBezTo>
                  <a:pt x="1911" y="1688"/>
                  <a:pt x="1928" y="1705"/>
                  <a:pt x="1948" y="1705"/>
                </a:cubicBezTo>
                <a:close/>
                <a:moveTo>
                  <a:pt x="2039" y="1904"/>
                </a:moveTo>
                <a:cubicBezTo>
                  <a:pt x="2062" y="1904"/>
                  <a:pt x="2081" y="1885"/>
                  <a:pt x="2081" y="1862"/>
                </a:cubicBezTo>
                <a:cubicBezTo>
                  <a:pt x="2081" y="1839"/>
                  <a:pt x="2062" y="1820"/>
                  <a:pt x="2039" y="1820"/>
                </a:cubicBezTo>
                <a:cubicBezTo>
                  <a:pt x="2016" y="1820"/>
                  <a:pt x="1998" y="1839"/>
                  <a:pt x="1998" y="1862"/>
                </a:cubicBezTo>
                <a:cubicBezTo>
                  <a:pt x="1998" y="1885"/>
                  <a:pt x="2016" y="1904"/>
                  <a:pt x="2039" y="1904"/>
                </a:cubicBezTo>
                <a:close/>
                <a:moveTo>
                  <a:pt x="2072" y="2062"/>
                </a:moveTo>
                <a:cubicBezTo>
                  <a:pt x="2072" y="2088"/>
                  <a:pt x="2093" y="2109"/>
                  <a:pt x="2119" y="2109"/>
                </a:cubicBezTo>
                <a:cubicBezTo>
                  <a:pt x="2145" y="2109"/>
                  <a:pt x="2166" y="2088"/>
                  <a:pt x="2166" y="2062"/>
                </a:cubicBezTo>
                <a:cubicBezTo>
                  <a:pt x="2166" y="2036"/>
                  <a:pt x="2145" y="2015"/>
                  <a:pt x="2119" y="2015"/>
                </a:cubicBezTo>
                <a:cubicBezTo>
                  <a:pt x="2093" y="2015"/>
                  <a:pt x="2072" y="2036"/>
                  <a:pt x="2072" y="2062"/>
                </a:cubicBezTo>
                <a:close/>
                <a:moveTo>
                  <a:pt x="2134" y="2267"/>
                </a:moveTo>
                <a:cubicBezTo>
                  <a:pt x="2134" y="2296"/>
                  <a:pt x="2157" y="2320"/>
                  <a:pt x="2187" y="2320"/>
                </a:cubicBezTo>
                <a:cubicBezTo>
                  <a:pt x="2216" y="2320"/>
                  <a:pt x="2240" y="2296"/>
                  <a:pt x="2240" y="2267"/>
                </a:cubicBezTo>
                <a:cubicBezTo>
                  <a:pt x="2240" y="2237"/>
                  <a:pt x="2216" y="2214"/>
                  <a:pt x="2187" y="2214"/>
                </a:cubicBezTo>
                <a:cubicBezTo>
                  <a:pt x="2157" y="2214"/>
                  <a:pt x="2134" y="2237"/>
                  <a:pt x="2134" y="2267"/>
                </a:cubicBezTo>
                <a:close/>
                <a:moveTo>
                  <a:pt x="2242" y="2416"/>
                </a:moveTo>
                <a:cubicBezTo>
                  <a:pt x="2210" y="2416"/>
                  <a:pt x="2184" y="2442"/>
                  <a:pt x="2184" y="2475"/>
                </a:cubicBezTo>
                <a:cubicBezTo>
                  <a:pt x="2184" y="2507"/>
                  <a:pt x="2210" y="2534"/>
                  <a:pt x="2242" y="2534"/>
                </a:cubicBezTo>
                <a:cubicBezTo>
                  <a:pt x="2275" y="2534"/>
                  <a:pt x="2301" y="2507"/>
                  <a:pt x="2301" y="2475"/>
                </a:cubicBezTo>
                <a:cubicBezTo>
                  <a:pt x="2301" y="2442"/>
                  <a:pt x="2275" y="2416"/>
                  <a:pt x="2242" y="2416"/>
                </a:cubicBezTo>
                <a:close/>
                <a:moveTo>
                  <a:pt x="2286" y="2622"/>
                </a:moveTo>
                <a:cubicBezTo>
                  <a:pt x="2251" y="2622"/>
                  <a:pt x="2223" y="2651"/>
                  <a:pt x="2223" y="2686"/>
                </a:cubicBezTo>
                <a:cubicBezTo>
                  <a:pt x="2223" y="2721"/>
                  <a:pt x="2251" y="2749"/>
                  <a:pt x="2286" y="2749"/>
                </a:cubicBezTo>
                <a:cubicBezTo>
                  <a:pt x="2321" y="2749"/>
                  <a:pt x="2349" y="2721"/>
                  <a:pt x="2349" y="2686"/>
                </a:cubicBezTo>
                <a:cubicBezTo>
                  <a:pt x="2349" y="2651"/>
                  <a:pt x="2321" y="2622"/>
                  <a:pt x="2286" y="2622"/>
                </a:cubicBezTo>
                <a:close/>
                <a:moveTo>
                  <a:pt x="2317" y="2833"/>
                </a:moveTo>
                <a:cubicBezTo>
                  <a:pt x="2281" y="2833"/>
                  <a:pt x="2252" y="2863"/>
                  <a:pt x="2252" y="2899"/>
                </a:cubicBezTo>
                <a:cubicBezTo>
                  <a:pt x="2252" y="2935"/>
                  <a:pt x="2281" y="2964"/>
                  <a:pt x="2317" y="2964"/>
                </a:cubicBezTo>
                <a:cubicBezTo>
                  <a:pt x="2353" y="2964"/>
                  <a:pt x="2383" y="2935"/>
                  <a:pt x="2383" y="2899"/>
                </a:cubicBezTo>
                <a:cubicBezTo>
                  <a:pt x="2383" y="2863"/>
                  <a:pt x="2353" y="2833"/>
                  <a:pt x="2317" y="2833"/>
                </a:cubicBezTo>
                <a:close/>
                <a:moveTo>
                  <a:pt x="2336" y="3047"/>
                </a:moveTo>
                <a:cubicBezTo>
                  <a:pt x="2299" y="3047"/>
                  <a:pt x="2270" y="3077"/>
                  <a:pt x="2270" y="3113"/>
                </a:cubicBezTo>
                <a:cubicBezTo>
                  <a:pt x="2270" y="3150"/>
                  <a:pt x="2299" y="3180"/>
                  <a:pt x="2336" y="3180"/>
                </a:cubicBezTo>
                <a:cubicBezTo>
                  <a:pt x="2373" y="3180"/>
                  <a:pt x="2402" y="3150"/>
                  <a:pt x="2402" y="3113"/>
                </a:cubicBezTo>
                <a:cubicBezTo>
                  <a:pt x="2402" y="3077"/>
                  <a:pt x="2373" y="3047"/>
                  <a:pt x="2336" y="3047"/>
                </a:cubicBezTo>
                <a:close/>
                <a:moveTo>
                  <a:pt x="2548" y="3267"/>
                </a:moveTo>
                <a:cubicBezTo>
                  <a:pt x="2514" y="3267"/>
                  <a:pt x="2486" y="3294"/>
                  <a:pt x="2486" y="3329"/>
                </a:cubicBezTo>
                <a:cubicBezTo>
                  <a:pt x="2486" y="3363"/>
                  <a:pt x="2514" y="3391"/>
                  <a:pt x="2548" y="3391"/>
                </a:cubicBezTo>
                <a:cubicBezTo>
                  <a:pt x="2582" y="3391"/>
                  <a:pt x="2610" y="3363"/>
                  <a:pt x="2610" y="3329"/>
                </a:cubicBezTo>
                <a:cubicBezTo>
                  <a:pt x="2610" y="3294"/>
                  <a:pt x="2582" y="3267"/>
                  <a:pt x="2548" y="3267"/>
                </a:cubicBezTo>
                <a:close/>
                <a:moveTo>
                  <a:pt x="2542" y="3479"/>
                </a:moveTo>
                <a:cubicBezTo>
                  <a:pt x="2506" y="3479"/>
                  <a:pt x="2477" y="3508"/>
                  <a:pt x="2477" y="3544"/>
                </a:cubicBezTo>
                <a:cubicBezTo>
                  <a:pt x="2477" y="3580"/>
                  <a:pt x="2506" y="3609"/>
                  <a:pt x="2542" y="3609"/>
                </a:cubicBezTo>
                <a:cubicBezTo>
                  <a:pt x="2578" y="3609"/>
                  <a:pt x="2607" y="3580"/>
                  <a:pt x="2607" y="3544"/>
                </a:cubicBezTo>
                <a:cubicBezTo>
                  <a:pt x="2607" y="3508"/>
                  <a:pt x="2578" y="3479"/>
                  <a:pt x="2542" y="3479"/>
                </a:cubicBezTo>
                <a:close/>
                <a:moveTo>
                  <a:pt x="2590" y="3759"/>
                </a:moveTo>
                <a:cubicBezTo>
                  <a:pt x="2590" y="3722"/>
                  <a:pt x="2561" y="3693"/>
                  <a:pt x="2524" y="3693"/>
                </a:cubicBezTo>
                <a:cubicBezTo>
                  <a:pt x="2488" y="3693"/>
                  <a:pt x="2458" y="3722"/>
                  <a:pt x="2458" y="3759"/>
                </a:cubicBezTo>
                <a:cubicBezTo>
                  <a:pt x="2458" y="3795"/>
                  <a:pt x="2488" y="3825"/>
                  <a:pt x="2524" y="3825"/>
                </a:cubicBezTo>
                <a:cubicBezTo>
                  <a:pt x="2561" y="3825"/>
                  <a:pt x="2590" y="3795"/>
                  <a:pt x="2590" y="3759"/>
                </a:cubicBezTo>
                <a:close/>
                <a:moveTo>
                  <a:pt x="2561" y="3972"/>
                </a:moveTo>
                <a:cubicBezTo>
                  <a:pt x="2561" y="3935"/>
                  <a:pt x="2531" y="3906"/>
                  <a:pt x="2495" y="3906"/>
                </a:cubicBezTo>
                <a:cubicBezTo>
                  <a:pt x="2458" y="3906"/>
                  <a:pt x="2428" y="3935"/>
                  <a:pt x="2428" y="3972"/>
                </a:cubicBezTo>
                <a:cubicBezTo>
                  <a:pt x="2428" y="4009"/>
                  <a:pt x="2458" y="4038"/>
                  <a:pt x="2495" y="4038"/>
                </a:cubicBezTo>
                <a:cubicBezTo>
                  <a:pt x="2531" y="4038"/>
                  <a:pt x="2561" y="4009"/>
                  <a:pt x="2561" y="3972"/>
                </a:cubicBezTo>
                <a:close/>
                <a:moveTo>
                  <a:pt x="2518" y="4183"/>
                </a:moveTo>
                <a:cubicBezTo>
                  <a:pt x="2518" y="4148"/>
                  <a:pt x="2489" y="4119"/>
                  <a:pt x="2453" y="4119"/>
                </a:cubicBezTo>
                <a:cubicBezTo>
                  <a:pt x="2418" y="4119"/>
                  <a:pt x="2389" y="4148"/>
                  <a:pt x="2389" y="4183"/>
                </a:cubicBezTo>
                <a:cubicBezTo>
                  <a:pt x="2389" y="4219"/>
                  <a:pt x="2418" y="4248"/>
                  <a:pt x="2453" y="4248"/>
                </a:cubicBezTo>
                <a:cubicBezTo>
                  <a:pt x="2489" y="4248"/>
                  <a:pt x="2518" y="4219"/>
                  <a:pt x="2518" y="4183"/>
                </a:cubicBezTo>
                <a:close/>
                <a:moveTo>
                  <a:pt x="2463" y="4392"/>
                </a:moveTo>
                <a:cubicBezTo>
                  <a:pt x="2463" y="4358"/>
                  <a:pt x="2435" y="4329"/>
                  <a:pt x="2400" y="4329"/>
                </a:cubicBezTo>
                <a:cubicBezTo>
                  <a:pt x="2366" y="4329"/>
                  <a:pt x="2338" y="4358"/>
                  <a:pt x="2338" y="4392"/>
                </a:cubicBezTo>
                <a:cubicBezTo>
                  <a:pt x="2338" y="4427"/>
                  <a:pt x="2366" y="4455"/>
                  <a:pt x="2400" y="4455"/>
                </a:cubicBezTo>
                <a:cubicBezTo>
                  <a:pt x="2435" y="4455"/>
                  <a:pt x="2463" y="4427"/>
                  <a:pt x="2463" y="4392"/>
                </a:cubicBezTo>
                <a:close/>
                <a:moveTo>
                  <a:pt x="2336" y="4657"/>
                </a:moveTo>
                <a:cubicBezTo>
                  <a:pt x="2369" y="4657"/>
                  <a:pt x="2395" y="4631"/>
                  <a:pt x="2395" y="4598"/>
                </a:cubicBezTo>
                <a:cubicBezTo>
                  <a:pt x="2395" y="4565"/>
                  <a:pt x="2369" y="4538"/>
                  <a:pt x="2336" y="4538"/>
                </a:cubicBezTo>
                <a:cubicBezTo>
                  <a:pt x="2303" y="4538"/>
                  <a:pt x="2277" y="4565"/>
                  <a:pt x="2277" y="4598"/>
                </a:cubicBezTo>
                <a:cubicBezTo>
                  <a:pt x="2277" y="4631"/>
                  <a:pt x="2303" y="4657"/>
                  <a:pt x="2336" y="4657"/>
                </a:cubicBezTo>
                <a:close/>
                <a:moveTo>
                  <a:pt x="2317" y="4800"/>
                </a:moveTo>
                <a:cubicBezTo>
                  <a:pt x="2317" y="4769"/>
                  <a:pt x="2292" y="4744"/>
                  <a:pt x="2261" y="4744"/>
                </a:cubicBezTo>
                <a:cubicBezTo>
                  <a:pt x="2230" y="4744"/>
                  <a:pt x="2205" y="4769"/>
                  <a:pt x="2205" y="4800"/>
                </a:cubicBezTo>
                <a:cubicBezTo>
                  <a:pt x="2205" y="4830"/>
                  <a:pt x="2230" y="4855"/>
                  <a:pt x="2261" y="4855"/>
                </a:cubicBezTo>
                <a:cubicBezTo>
                  <a:pt x="2292" y="4855"/>
                  <a:pt x="2317" y="4830"/>
                  <a:pt x="2317" y="4800"/>
                </a:cubicBezTo>
                <a:close/>
                <a:moveTo>
                  <a:pt x="2226" y="4997"/>
                </a:moveTo>
                <a:cubicBezTo>
                  <a:pt x="2226" y="4968"/>
                  <a:pt x="2203" y="4945"/>
                  <a:pt x="2174" y="4945"/>
                </a:cubicBezTo>
                <a:cubicBezTo>
                  <a:pt x="2145" y="4945"/>
                  <a:pt x="2122" y="4968"/>
                  <a:pt x="2122" y="4997"/>
                </a:cubicBezTo>
                <a:cubicBezTo>
                  <a:pt x="2122" y="5025"/>
                  <a:pt x="2145" y="5049"/>
                  <a:pt x="2174" y="5049"/>
                </a:cubicBezTo>
                <a:cubicBezTo>
                  <a:pt x="2203" y="5049"/>
                  <a:pt x="2226" y="5025"/>
                  <a:pt x="2226" y="4997"/>
                </a:cubicBezTo>
                <a:close/>
                <a:moveTo>
                  <a:pt x="2125" y="5189"/>
                </a:moveTo>
                <a:cubicBezTo>
                  <a:pt x="2125" y="5163"/>
                  <a:pt x="2103" y="5141"/>
                  <a:pt x="2077" y="5141"/>
                </a:cubicBezTo>
                <a:cubicBezTo>
                  <a:pt x="2050" y="5141"/>
                  <a:pt x="2029" y="5163"/>
                  <a:pt x="2029" y="5189"/>
                </a:cubicBezTo>
                <a:cubicBezTo>
                  <a:pt x="2029" y="5215"/>
                  <a:pt x="2050" y="5237"/>
                  <a:pt x="2077" y="5237"/>
                </a:cubicBezTo>
                <a:cubicBezTo>
                  <a:pt x="2103" y="5237"/>
                  <a:pt x="2125" y="5215"/>
                  <a:pt x="2125" y="5189"/>
                </a:cubicBezTo>
                <a:close/>
                <a:moveTo>
                  <a:pt x="1969" y="5332"/>
                </a:moveTo>
                <a:cubicBezTo>
                  <a:pt x="1945" y="5332"/>
                  <a:pt x="1926" y="5352"/>
                  <a:pt x="1926" y="5376"/>
                </a:cubicBezTo>
                <a:cubicBezTo>
                  <a:pt x="1926" y="5399"/>
                  <a:pt x="1945" y="5419"/>
                  <a:pt x="1969" y="5419"/>
                </a:cubicBezTo>
                <a:cubicBezTo>
                  <a:pt x="1993" y="5419"/>
                  <a:pt x="2013" y="5399"/>
                  <a:pt x="2013" y="5376"/>
                </a:cubicBezTo>
                <a:cubicBezTo>
                  <a:pt x="2013" y="5352"/>
                  <a:pt x="1993" y="5332"/>
                  <a:pt x="1969" y="5332"/>
                </a:cubicBezTo>
                <a:close/>
                <a:moveTo>
                  <a:pt x="1851" y="5518"/>
                </a:moveTo>
                <a:cubicBezTo>
                  <a:pt x="1830" y="5518"/>
                  <a:pt x="1813" y="5535"/>
                  <a:pt x="1813" y="5556"/>
                </a:cubicBezTo>
                <a:cubicBezTo>
                  <a:pt x="1813" y="5577"/>
                  <a:pt x="1830" y="5594"/>
                  <a:pt x="1851" y="5594"/>
                </a:cubicBezTo>
                <a:cubicBezTo>
                  <a:pt x="1872" y="5594"/>
                  <a:pt x="1890" y="5577"/>
                  <a:pt x="1890" y="5556"/>
                </a:cubicBezTo>
                <a:cubicBezTo>
                  <a:pt x="1890" y="5535"/>
                  <a:pt x="1872" y="5518"/>
                  <a:pt x="1851" y="5518"/>
                </a:cubicBezTo>
                <a:close/>
                <a:moveTo>
                  <a:pt x="1724" y="5697"/>
                </a:moveTo>
                <a:cubicBezTo>
                  <a:pt x="1706" y="5697"/>
                  <a:pt x="1691" y="5711"/>
                  <a:pt x="1691" y="5729"/>
                </a:cubicBezTo>
                <a:cubicBezTo>
                  <a:pt x="1691" y="5747"/>
                  <a:pt x="1706" y="5762"/>
                  <a:pt x="1724" y="5762"/>
                </a:cubicBezTo>
                <a:cubicBezTo>
                  <a:pt x="1742" y="5762"/>
                  <a:pt x="1756" y="5747"/>
                  <a:pt x="1756" y="5729"/>
                </a:cubicBezTo>
                <a:cubicBezTo>
                  <a:pt x="1756" y="5711"/>
                  <a:pt x="1742" y="5697"/>
                  <a:pt x="1724" y="5697"/>
                </a:cubicBezTo>
                <a:close/>
                <a:moveTo>
                  <a:pt x="1587" y="5868"/>
                </a:moveTo>
                <a:cubicBezTo>
                  <a:pt x="1572" y="5868"/>
                  <a:pt x="1559" y="5881"/>
                  <a:pt x="1559" y="5896"/>
                </a:cubicBezTo>
                <a:cubicBezTo>
                  <a:pt x="1559" y="5911"/>
                  <a:pt x="1572" y="5923"/>
                  <a:pt x="1587" y="5923"/>
                </a:cubicBezTo>
                <a:cubicBezTo>
                  <a:pt x="1602" y="5923"/>
                  <a:pt x="1614" y="5911"/>
                  <a:pt x="1614" y="5896"/>
                </a:cubicBezTo>
                <a:cubicBezTo>
                  <a:pt x="1614" y="5881"/>
                  <a:pt x="1602" y="5868"/>
                  <a:pt x="1587" y="5868"/>
                </a:cubicBezTo>
                <a:close/>
                <a:moveTo>
                  <a:pt x="1441" y="6033"/>
                </a:moveTo>
                <a:cubicBezTo>
                  <a:pt x="1429" y="6033"/>
                  <a:pt x="1420" y="6042"/>
                  <a:pt x="1420" y="6054"/>
                </a:cubicBezTo>
                <a:cubicBezTo>
                  <a:pt x="1420" y="6066"/>
                  <a:pt x="1429" y="6075"/>
                  <a:pt x="1441" y="6075"/>
                </a:cubicBezTo>
                <a:cubicBezTo>
                  <a:pt x="1453" y="6075"/>
                  <a:pt x="1462" y="6066"/>
                  <a:pt x="1462" y="6054"/>
                </a:cubicBezTo>
                <a:cubicBezTo>
                  <a:pt x="1462" y="6042"/>
                  <a:pt x="1453" y="6033"/>
                  <a:pt x="1441" y="6033"/>
                </a:cubicBezTo>
                <a:close/>
                <a:moveTo>
                  <a:pt x="1287" y="6189"/>
                </a:moveTo>
                <a:cubicBezTo>
                  <a:pt x="1278" y="6189"/>
                  <a:pt x="1271" y="6196"/>
                  <a:pt x="1271" y="6204"/>
                </a:cubicBezTo>
                <a:cubicBezTo>
                  <a:pt x="1271" y="6213"/>
                  <a:pt x="1278" y="6220"/>
                  <a:pt x="1287" y="6220"/>
                </a:cubicBezTo>
                <a:cubicBezTo>
                  <a:pt x="1295" y="6220"/>
                  <a:pt x="1302" y="6213"/>
                  <a:pt x="1302" y="6204"/>
                </a:cubicBezTo>
                <a:cubicBezTo>
                  <a:pt x="1302" y="6196"/>
                  <a:pt x="1295" y="6189"/>
                  <a:pt x="1287" y="6189"/>
                </a:cubicBezTo>
                <a:close/>
                <a:moveTo>
                  <a:pt x="1124" y="6336"/>
                </a:moveTo>
                <a:cubicBezTo>
                  <a:pt x="1119" y="6336"/>
                  <a:pt x="1114" y="6340"/>
                  <a:pt x="1114" y="6346"/>
                </a:cubicBezTo>
                <a:cubicBezTo>
                  <a:pt x="1114" y="6351"/>
                  <a:pt x="1119" y="6356"/>
                  <a:pt x="1124" y="6356"/>
                </a:cubicBezTo>
                <a:cubicBezTo>
                  <a:pt x="1129" y="6356"/>
                  <a:pt x="1134" y="6351"/>
                  <a:pt x="1134" y="6346"/>
                </a:cubicBezTo>
                <a:cubicBezTo>
                  <a:pt x="1134" y="6340"/>
                  <a:pt x="1129" y="6336"/>
                  <a:pt x="1124" y="6336"/>
                </a:cubicBezTo>
                <a:close/>
                <a:moveTo>
                  <a:pt x="954" y="6472"/>
                </a:moveTo>
                <a:cubicBezTo>
                  <a:pt x="951" y="6472"/>
                  <a:pt x="948" y="6475"/>
                  <a:pt x="948" y="6478"/>
                </a:cubicBezTo>
                <a:cubicBezTo>
                  <a:pt x="948" y="6481"/>
                  <a:pt x="951" y="6484"/>
                  <a:pt x="954" y="6484"/>
                </a:cubicBezTo>
                <a:cubicBezTo>
                  <a:pt x="957" y="6484"/>
                  <a:pt x="960" y="6481"/>
                  <a:pt x="960" y="6478"/>
                </a:cubicBezTo>
                <a:cubicBezTo>
                  <a:pt x="960" y="6475"/>
                  <a:pt x="957" y="6472"/>
                  <a:pt x="954" y="6472"/>
                </a:cubicBezTo>
                <a:close/>
                <a:moveTo>
                  <a:pt x="777" y="6598"/>
                </a:moveTo>
                <a:cubicBezTo>
                  <a:pt x="776" y="6598"/>
                  <a:pt x="774" y="6599"/>
                  <a:pt x="774" y="6601"/>
                </a:cubicBezTo>
                <a:cubicBezTo>
                  <a:pt x="774" y="6602"/>
                  <a:pt x="776" y="6604"/>
                  <a:pt x="777" y="6604"/>
                </a:cubicBezTo>
                <a:cubicBezTo>
                  <a:pt x="779" y="6604"/>
                  <a:pt x="780" y="6602"/>
                  <a:pt x="780" y="6601"/>
                </a:cubicBezTo>
                <a:cubicBezTo>
                  <a:pt x="780" y="6599"/>
                  <a:pt x="779" y="6598"/>
                  <a:pt x="777" y="6598"/>
                </a:cubicBezTo>
                <a:close/>
                <a:moveTo>
                  <a:pt x="777" y="58"/>
                </a:moveTo>
                <a:cubicBezTo>
                  <a:pt x="778" y="58"/>
                  <a:pt x="778" y="57"/>
                  <a:pt x="778" y="57"/>
                </a:cubicBezTo>
                <a:cubicBezTo>
                  <a:pt x="778" y="56"/>
                  <a:pt x="778" y="55"/>
                  <a:pt x="777" y="55"/>
                </a:cubicBezTo>
                <a:cubicBezTo>
                  <a:pt x="777" y="55"/>
                  <a:pt x="776" y="56"/>
                  <a:pt x="776" y="57"/>
                </a:cubicBezTo>
                <a:cubicBezTo>
                  <a:pt x="776" y="57"/>
                  <a:pt x="777" y="58"/>
                  <a:pt x="777" y="58"/>
                </a:cubicBezTo>
                <a:close/>
                <a:moveTo>
                  <a:pt x="954" y="181"/>
                </a:moveTo>
                <a:cubicBezTo>
                  <a:pt x="955" y="181"/>
                  <a:pt x="956" y="180"/>
                  <a:pt x="956" y="179"/>
                </a:cubicBezTo>
                <a:cubicBezTo>
                  <a:pt x="956" y="178"/>
                  <a:pt x="955" y="178"/>
                  <a:pt x="954" y="178"/>
                </a:cubicBezTo>
                <a:cubicBezTo>
                  <a:pt x="953" y="178"/>
                  <a:pt x="952" y="178"/>
                  <a:pt x="952" y="179"/>
                </a:cubicBezTo>
                <a:cubicBezTo>
                  <a:pt x="952" y="180"/>
                  <a:pt x="953" y="181"/>
                  <a:pt x="954" y="181"/>
                </a:cubicBezTo>
                <a:close/>
                <a:moveTo>
                  <a:pt x="1124" y="313"/>
                </a:moveTo>
                <a:cubicBezTo>
                  <a:pt x="1125" y="313"/>
                  <a:pt x="1126" y="313"/>
                  <a:pt x="1126" y="312"/>
                </a:cubicBezTo>
                <a:cubicBezTo>
                  <a:pt x="1126" y="311"/>
                  <a:pt x="1125" y="310"/>
                  <a:pt x="1124" y="310"/>
                </a:cubicBezTo>
                <a:cubicBezTo>
                  <a:pt x="1123" y="310"/>
                  <a:pt x="1122" y="311"/>
                  <a:pt x="1122" y="312"/>
                </a:cubicBezTo>
                <a:cubicBezTo>
                  <a:pt x="1122" y="313"/>
                  <a:pt x="1123" y="313"/>
                  <a:pt x="1124" y="313"/>
                </a:cubicBezTo>
                <a:close/>
                <a:moveTo>
                  <a:pt x="1287" y="455"/>
                </a:moveTo>
                <a:cubicBezTo>
                  <a:pt x="1288" y="455"/>
                  <a:pt x="1289" y="454"/>
                  <a:pt x="1289" y="453"/>
                </a:cubicBezTo>
                <a:cubicBezTo>
                  <a:pt x="1289" y="452"/>
                  <a:pt x="1288" y="451"/>
                  <a:pt x="1287" y="451"/>
                </a:cubicBezTo>
                <a:cubicBezTo>
                  <a:pt x="1285" y="451"/>
                  <a:pt x="1284" y="452"/>
                  <a:pt x="1284" y="453"/>
                </a:cubicBezTo>
                <a:cubicBezTo>
                  <a:pt x="1284" y="454"/>
                  <a:pt x="1285" y="455"/>
                  <a:pt x="1287" y="455"/>
                </a:cubicBezTo>
                <a:close/>
                <a:moveTo>
                  <a:pt x="1441" y="606"/>
                </a:moveTo>
                <a:cubicBezTo>
                  <a:pt x="1443" y="606"/>
                  <a:pt x="1444" y="605"/>
                  <a:pt x="1444" y="603"/>
                </a:cubicBezTo>
                <a:cubicBezTo>
                  <a:pt x="1444" y="602"/>
                  <a:pt x="1443" y="600"/>
                  <a:pt x="1441" y="600"/>
                </a:cubicBezTo>
                <a:cubicBezTo>
                  <a:pt x="1439" y="600"/>
                  <a:pt x="1438" y="602"/>
                  <a:pt x="1438" y="603"/>
                </a:cubicBezTo>
                <a:cubicBezTo>
                  <a:pt x="1438" y="605"/>
                  <a:pt x="1439" y="606"/>
                  <a:pt x="1441" y="606"/>
                </a:cubicBezTo>
                <a:close/>
                <a:moveTo>
                  <a:pt x="1587" y="766"/>
                </a:moveTo>
                <a:cubicBezTo>
                  <a:pt x="1589" y="766"/>
                  <a:pt x="1591" y="764"/>
                  <a:pt x="1591" y="762"/>
                </a:cubicBezTo>
                <a:cubicBezTo>
                  <a:pt x="1591" y="760"/>
                  <a:pt x="1589" y="758"/>
                  <a:pt x="1587" y="758"/>
                </a:cubicBezTo>
                <a:cubicBezTo>
                  <a:pt x="1585" y="758"/>
                  <a:pt x="1583" y="760"/>
                  <a:pt x="1583" y="762"/>
                </a:cubicBezTo>
                <a:cubicBezTo>
                  <a:pt x="1583" y="764"/>
                  <a:pt x="1585" y="766"/>
                  <a:pt x="1587" y="766"/>
                </a:cubicBezTo>
                <a:close/>
                <a:moveTo>
                  <a:pt x="1724" y="934"/>
                </a:moveTo>
                <a:cubicBezTo>
                  <a:pt x="1727" y="934"/>
                  <a:pt x="1729" y="931"/>
                  <a:pt x="1729" y="928"/>
                </a:cubicBezTo>
                <a:cubicBezTo>
                  <a:pt x="1729" y="925"/>
                  <a:pt x="1727" y="922"/>
                  <a:pt x="1724" y="922"/>
                </a:cubicBezTo>
                <a:cubicBezTo>
                  <a:pt x="1721" y="922"/>
                  <a:pt x="1718" y="925"/>
                  <a:pt x="1718" y="928"/>
                </a:cubicBezTo>
                <a:cubicBezTo>
                  <a:pt x="1718" y="931"/>
                  <a:pt x="1721" y="934"/>
                  <a:pt x="1724" y="934"/>
                </a:cubicBezTo>
                <a:close/>
                <a:moveTo>
                  <a:pt x="1851" y="1111"/>
                </a:moveTo>
                <a:cubicBezTo>
                  <a:pt x="1857" y="1111"/>
                  <a:pt x="1861" y="1107"/>
                  <a:pt x="1861" y="1102"/>
                </a:cubicBezTo>
                <a:cubicBezTo>
                  <a:pt x="1861" y="1096"/>
                  <a:pt x="1857" y="1092"/>
                  <a:pt x="1851" y="1092"/>
                </a:cubicBezTo>
                <a:cubicBezTo>
                  <a:pt x="1846" y="1092"/>
                  <a:pt x="1842" y="1096"/>
                  <a:pt x="1842" y="1102"/>
                </a:cubicBezTo>
                <a:cubicBezTo>
                  <a:pt x="1842" y="1107"/>
                  <a:pt x="1846" y="1111"/>
                  <a:pt x="1851" y="1111"/>
                </a:cubicBezTo>
                <a:close/>
                <a:moveTo>
                  <a:pt x="1969" y="1297"/>
                </a:moveTo>
                <a:cubicBezTo>
                  <a:pt x="1977" y="1297"/>
                  <a:pt x="1984" y="1290"/>
                  <a:pt x="1984" y="1282"/>
                </a:cubicBezTo>
                <a:cubicBezTo>
                  <a:pt x="1984" y="1274"/>
                  <a:pt x="1977" y="1267"/>
                  <a:pt x="1969" y="1267"/>
                </a:cubicBezTo>
                <a:cubicBezTo>
                  <a:pt x="1961" y="1267"/>
                  <a:pt x="1954" y="1274"/>
                  <a:pt x="1954" y="1282"/>
                </a:cubicBezTo>
                <a:cubicBezTo>
                  <a:pt x="1954" y="1290"/>
                  <a:pt x="1961" y="1297"/>
                  <a:pt x="1969" y="1297"/>
                </a:cubicBezTo>
                <a:close/>
                <a:moveTo>
                  <a:pt x="2077" y="1490"/>
                </a:moveTo>
                <a:cubicBezTo>
                  <a:pt x="2089" y="1490"/>
                  <a:pt x="2098" y="1480"/>
                  <a:pt x="2098" y="1468"/>
                </a:cubicBezTo>
                <a:cubicBezTo>
                  <a:pt x="2098" y="1457"/>
                  <a:pt x="2089" y="1447"/>
                  <a:pt x="2077" y="1447"/>
                </a:cubicBezTo>
                <a:cubicBezTo>
                  <a:pt x="2065" y="1447"/>
                  <a:pt x="2056" y="1457"/>
                  <a:pt x="2056" y="1468"/>
                </a:cubicBezTo>
                <a:cubicBezTo>
                  <a:pt x="2056" y="1480"/>
                  <a:pt x="2065" y="1490"/>
                  <a:pt x="2077" y="1490"/>
                </a:cubicBezTo>
                <a:close/>
                <a:moveTo>
                  <a:pt x="2174" y="1688"/>
                </a:moveTo>
                <a:cubicBezTo>
                  <a:pt x="2189" y="1688"/>
                  <a:pt x="2201" y="1676"/>
                  <a:pt x="2201" y="1661"/>
                </a:cubicBezTo>
                <a:cubicBezTo>
                  <a:pt x="2201" y="1646"/>
                  <a:pt x="2189" y="1633"/>
                  <a:pt x="2174" y="1633"/>
                </a:cubicBezTo>
                <a:cubicBezTo>
                  <a:pt x="2159" y="1633"/>
                  <a:pt x="2147" y="1646"/>
                  <a:pt x="2147" y="1661"/>
                </a:cubicBezTo>
                <a:cubicBezTo>
                  <a:pt x="2147" y="1676"/>
                  <a:pt x="2159" y="1688"/>
                  <a:pt x="2174" y="1688"/>
                </a:cubicBezTo>
                <a:close/>
                <a:moveTo>
                  <a:pt x="2261" y="1890"/>
                </a:moveTo>
                <a:cubicBezTo>
                  <a:pt x="2278" y="1890"/>
                  <a:pt x="2293" y="1876"/>
                  <a:pt x="2293" y="1858"/>
                </a:cubicBezTo>
                <a:cubicBezTo>
                  <a:pt x="2293" y="1840"/>
                  <a:pt x="2278" y="1826"/>
                  <a:pt x="2261" y="1826"/>
                </a:cubicBezTo>
                <a:cubicBezTo>
                  <a:pt x="2243" y="1826"/>
                  <a:pt x="2229" y="1840"/>
                  <a:pt x="2229" y="1858"/>
                </a:cubicBezTo>
                <a:cubicBezTo>
                  <a:pt x="2229" y="1876"/>
                  <a:pt x="2243" y="1890"/>
                  <a:pt x="2261" y="1890"/>
                </a:cubicBezTo>
                <a:close/>
                <a:moveTo>
                  <a:pt x="2336" y="2094"/>
                </a:moveTo>
                <a:cubicBezTo>
                  <a:pt x="2355" y="2094"/>
                  <a:pt x="2371" y="2079"/>
                  <a:pt x="2371" y="2060"/>
                </a:cubicBezTo>
                <a:cubicBezTo>
                  <a:pt x="2371" y="2040"/>
                  <a:pt x="2355" y="2025"/>
                  <a:pt x="2336" y="2025"/>
                </a:cubicBezTo>
                <a:cubicBezTo>
                  <a:pt x="2317" y="2025"/>
                  <a:pt x="2301" y="2040"/>
                  <a:pt x="2301" y="2060"/>
                </a:cubicBezTo>
                <a:cubicBezTo>
                  <a:pt x="2301" y="2079"/>
                  <a:pt x="2317" y="2094"/>
                  <a:pt x="2336" y="2094"/>
                </a:cubicBezTo>
                <a:close/>
                <a:moveTo>
                  <a:pt x="2400" y="2303"/>
                </a:moveTo>
                <a:cubicBezTo>
                  <a:pt x="2421" y="2303"/>
                  <a:pt x="2438" y="2286"/>
                  <a:pt x="2438" y="2265"/>
                </a:cubicBezTo>
                <a:cubicBezTo>
                  <a:pt x="2438" y="2244"/>
                  <a:pt x="2421" y="2228"/>
                  <a:pt x="2400" y="2228"/>
                </a:cubicBezTo>
                <a:cubicBezTo>
                  <a:pt x="2380" y="2228"/>
                  <a:pt x="2363" y="2244"/>
                  <a:pt x="2363" y="2265"/>
                </a:cubicBezTo>
                <a:cubicBezTo>
                  <a:pt x="2363" y="2286"/>
                  <a:pt x="2380" y="2303"/>
                  <a:pt x="2400" y="2303"/>
                </a:cubicBezTo>
                <a:close/>
                <a:moveTo>
                  <a:pt x="2412" y="2474"/>
                </a:moveTo>
                <a:cubicBezTo>
                  <a:pt x="2412" y="2497"/>
                  <a:pt x="2431" y="2515"/>
                  <a:pt x="2453" y="2515"/>
                </a:cubicBezTo>
                <a:cubicBezTo>
                  <a:pt x="2476" y="2515"/>
                  <a:pt x="2494" y="2497"/>
                  <a:pt x="2494" y="2474"/>
                </a:cubicBezTo>
                <a:cubicBezTo>
                  <a:pt x="2494" y="2451"/>
                  <a:pt x="2476" y="2433"/>
                  <a:pt x="2453" y="2433"/>
                </a:cubicBezTo>
                <a:cubicBezTo>
                  <a:pt x="2431" y="2433"/>
                  <a:pt x="2412" y="2451"/>
                  <a:pt x="2412" y="2474"/>
                </a:cubicBezTo>
                <a:close/>
                <a:moveTo>
                  <a:pt x="2449" y="2685"/>
                </a:moveTo>
                <a:cubicBezTo>
                  <a:pt x="2449" y="2711"/>
                  <a:pt x="2469" y="2731"/>
                  <a:pt x="2495" y="2731"/>
                </a:cubicBezTo>
                <a:cubicBezTo>
                  <a:pt x="2520" y="2731"/>
                  <a:pt x="2540" y="2711"/>
                  <a:pt x="2540" y="2685"/>
                </a:cubicBezTo>
                <a:cubicBezTo>
                  <a:pt x="2540" y="2660"/>
                  <a:pt x="2520" y="2640"/>
                  <a:pt x="2495" y="2640"/>
                </a:cubicBezTo>
                <a:cubicBezTo>
                  <a:pt x="2469" y="2640"/>
                  <a:pt x="2449" y="2660"/>
                  <a:pt x="2449" y="2685"/>
                </a:cubicBezTo>
                <a:close/>
                <a:moveTo>
                  <a:pt x="2524" y="2847"/>
                </a:moveTo>
                <a:cubicBezTo>
                  <a:pt x="2496" y="2847"/>
                  <a:pt x="2472" y="2870"/>
                  <a:pt x="2472" y="2899"/>
                </a:cubicBezTo>
                <a:cubicBezTo>
                  <a:pt x="2472" y="2927"/>
                  <a:pt x="2496" y="2951"/>
                  <a:pt x="2524" y="2951"/>
                </a:cubicBezTo>
                <a:cubicBezTo>
                  <a:pt x="2553" y="2951"/>
                  <a:pt x="2576" y="2927"/>
                  <a:pt x="2576" y="2899"/>
                </a:cubicBezTo>
                <a:cubicBezTo>
                  <a:pt x="2576" y="2870"/>
                  <a:pt x="2553" y="2847"/>
                  <a:pt x="2524" y="2847"/>
                </a:cubicBezTo>
                <a:close/>
                <a:moveTo>
                  <a:pt x="2484" y="3113"/>
                </a:moveTo>
                <a:cubicBezTo>
                  <a:pt x="2484" y="3145"/>
                  <a:pt x="2510" y="3171"/>
                  <a:pt x="2542" y="3171"/>
                </a:cubicBezTo>
                <a:cubicBezTo>
                  <a:pt x="2574" y="3171"/>
                  <a:pt x="2600" y="3145"/>
                  <a:pt x="2600" y="3113"/>
                </a:cubicBezTo>
                <a:cubicBezTo>
                  <a:pt x="2600" y="3082"/>
                  <a:pt x="2574" y="3056"/>
                  <a:pt x="2542" y="3056"/>
                </a:cubicBezTo>
                <a:cubicBezTo>
                  <a:pt x="2510" y="3056"/>
                  <a:pt x="2484" y="3082"/>
                  <a:pt x="2484" y="3113"/>
                </a:cubicBezTo>
                <a:close/>
                <a:moveTo>
                  <a:pt x="2754" y="3298"/>
                </a:moveTo>
                <a:cubicBezTo>
                  <a:pt x="2737" y="3298"/>
                  <a:pt x="2723" y="3312"/>
                  <a:pt x="2723" y="3329"/>
                </a:cubicBezTo>
                <a:cubicBezTo>
                  <a:pt x="2723" y="3346"/>
                  <a:pt x="2737" y="3360"/>
                  <a:pt x="2754" y="3360"/>
                </a:cubicBezTo>
                <a:cubicBezTo>
                  <a:pt x="2771" y="3360"/>
                  <a:pt x="2784" y="3346"/>
                  <a:pt x="2784" y="3329"/>
                </a:cubicBezTo>
                <a:cubicBezTo>
                  <a:pt x="2784" y="3312"/>
                  <a:pt x="2771" y="3298"/>
                  <a:pt x="2754" y="3298"/>
                </a:cubicBezTo>
                <a:close/>
                <a:moveTo>
                  <a:pt x="2748" y="3508"/>
                </a:moveTo>
                <a:cubicBezTo>
                  <a:pt x="2728" y="3508"/>
                  <a:pt x="2712" y="3524"/>
                  <a:pt x="2712" y="3544"/>
                </a:cubicBezTo>
                <a:cubicBezTo>
                  <a:pt x="2712" y="3564"/>
                  <a:pt x="2728" y="3580"/>
                  <a:pt x="2748" y="3580"/>
                </a:cubicBezTo>
                <a:cubicBezTo>
                  <a:pt x="2768" y="3580"/>
                  <a:pt x="2784" y="3564"/>
                  <a:pt x="2784" y="3544"/>
                </a:cubicBezTo>
                <a:cubicBezTo>
                  <a:pt x="2784" y="3524"/>
                  <a:pt x="2768" y="3508"/>
                  <a:pt x="2748" y="3508"/>
                </a:cubicBezTo>
                <a:close/>
                <a:moveTo>
                  <a:pt x="2731" y="3722"/>
                </a:moveTo>
                <a:cubicBezTo>
                  <a:pt x="2711" y="3722"/>
                  <a:pt x="2694" y="3738"/>
                  <a:pt x="2694" y="3759"/>
                </a:cubicBezTo>
                <a:cubicBezTo>
                  <a:pt x="2694" y="3779"/>
                  <a:pt x="2711" y="3796"/>
                  <a:pt x="2731" y="3796"/>
                </a:cubicBezTo>
                <a:cubicBezTo>
                  <a:pt x="2752" y="3796"/>
                  <a:pt x="2768" y="3779"/>
                  <a:pt x="2768" y="3759"/>
                </a:cubicBezTo>
                <a:cubicBezTo>
                  <a:pt x="2768" y="3738"/>
                  <a:pt x="2752" y="3722"/>
                  <a:pt x="2731" y="3722"/>
                </a:cubicBezTo>
                <a:close/>
                <a:moveTo>
                  <a:pt x="2703" y="3931"/>
                </a:moveTo>
                <a:cubicBezTo>
                  <a:pt x="2680" y="3931"/>
                  <a:pt x="2662" y="3950"/>
                  <a:pt x="2662" y="3972"/>
                </a:cubicBezTo>
                <a:cubicBezTo>
                  <a:pt x="2662" y="3995"/>
                  <a:pt x="2680" y="4013"/>
                  <a:pt x="2703" y="4013"/>
                </a:cubicBezTo>
                <a:cubicBezTo>
                  <a:pt x="2726" y="4013"/>
                  <a:pt x="2744" y="3995"/>
                  <a:pt x="2744" y="3972"/>
                </a:cubicBezTo>
                <a:cubicBezTo>
                  <a:pt x="2744" y="3950"/>
                  <a:pt x="2726" y="3931"/>
                  <a:pt x="2703" y="3931"/>
                </a:cubicBezTo>
                <a:close/>
                <a:moveTo>
                  <a:pt x="2664" y="4142"/>
                </a:moveTo>
                <a:cubicBezTo>
                  <a:pt x="2641" y="4142"/>
                  <a:pt x="2622" y="4161"/>
                  <a:pt x="2622" y="4184"/>
                </a:cubicBezTo>
                <a:cubicBezTo>
                  <a:pt x="2622" y="4207"/>
                  <a:pt x="2641" y="4226"/>
                  <a:pt x="2664" y="4226"/>
                </a:cubicBezTo>
                <a:cubicBezTo>
                  <a:pt x="2687" y="4226"/>
                  <a:pt x="2705" y="4207"/>
                  <a:pt x="2705" y="4184"/>
                </a:cubicBezTo>
                <a:cubicBezTo>
                  <a:pt x="2705" y="4161"/>
                  <a:pt x="2687" y="4142"/>
                  <a:pt x="2664" y="4142"/>
                </a:cubicBezTo>
                <a:close/>
                <a:moveTo>
                  <a:pt x="2613" y="4351"/>
                </a:moveTo>
                <a:cubicBezTo>
                  <a:pt x="2590" y="4351"/>
                  <a:pt x="2571" y="4370"/>
                  <a:pt x="2571" y="4394"/>
                </a:cubicBezTo>
                <a:cubicBezTo>
                  <a:pt x="2571" y="4417"/>
                  <a:pt x="2590" y="4436"/>
                  <a:pt x="2613" y="4436"/>
                </a:cubicBezTo>
                <a:cubicBezTo>
                  <a:pt x="2637" y="4436"/>
                  <a:pt x="2656" y="4417"/>
                  <a:pt x="2656" y="4394"/>
                </a:cubicBezTo>
                <a:cubicBezTo>
                  <a:pt x="2656" y="4370"/>
                  <a:pt x="2637" y="4351"/>
                  <a:pt x="2613" y="4351"/>
                </a:cubicBezTo>
                <a:close/>
                <a:moveTo>
                  <a:pt x="2552" y="4557"/>
                </a:moveTo>
                <a:cubicBezTo>
                  <a:pt x="2528" y="4557"/>
                  <a:pt x="2509" y="4576"/>
                  <a:pt x="2509" y="4600"/>
                </a:cubicBezTo>
                <a:cubicBezTo>
                  <a:pt x="2509" y="4624"/>
                  <a:pt x="2528" y="4643"/>
                  <a:pt x="2552" y="4643"/>
                </a:cubicBezTo>
                <a:cubicBezTo>
                  <a:pt x="2576" y="4643"/>
                  <a:pt x="2596" y="4624"/>
                  <a:pt x="2596" y="4600"/>
                </a:cubicBezTo>
                <a:cubicBezTo>
                  <a:pt x="2596" y="4576"/>
                  <a:pt x="2576" y="4557"/>
                  <a:pt x="2552" y="4557"/>
                </a:cubicBezTo>
                <a:close/>
                <a:moveTo>
                  <a:pt x="2480" y="4761"/>
                </a:moveTo>
                <a:cubicBezTo>
                  <a:pt x="2457" y="4761"/>
                  <a:pt x="2439" y="4780"/>
                  <a:pt x="2439" y="4803"/>
                </a:cubicBezTo>
                <a:cubicBezTo>
                  <a:pt x="2439" y="4826"/>
                  <a:pt x="2457" y="4845"/>
                  <a:pt x="2480" y="4845"/>
                </a:cubicBezTo>
                <a:cubicBezTo>
                  <a:pt x="2503" y="4845"/>
                  <a:pt x="2522" y="4826"/>
                  <a:pt x="2522" y="4803"/>
                </a:cubicBezTo>
                <a:cubicBezTo>
                  <a:pt x="2522" y="4780"/>
                  <a:pt x="2503" y="4761"/>
                  <a:pt x="2480" y="4761"/>
                </a:cubicBezTo>
                <a:close/>
                <a:moveTo>
                  <a:pt x="2398" y="4961"/>
                </a:moveTo>
                <a:cubicBezTo>
                  <a:pt x="2375" y="4961"/>
                  <a:pt x="2357" y="4979"/>
                  <a:pt x="2357" y="5002"/>
                </a:cubicBezTo>
                <a:cubicBezTo>
                  <a:pt x="2357" y="5025"/>
                  <a:pt x="2375" y="5043"/>
                  <a:pt x="2398" y="5043"/>
                </a:cubicBezTo>
                <a:cubicBezTo>
                  <a:pt x="2421" y="5043"/>
                  <a:pt x="2439" y="5025"/>
                  <a:pt x="2439" y="5002"/>
                </a:cubicBezTo>
                <a:cubicBezTo>
                  <a:pt x="2439" y="4979"/>
                  <a:pt x="2421" y="4961"/>
                  <a:pt x="2398" y="4961"/>
                </a:cubicBezTo>
                <a:close/>
                <a:moveTo>
                  <a:pt x="2305" y="5157"/>
                </a:moveTo>
                <a:cubicBezTo>
                  <a:pt x="2283" y="5157"/>
                  <a:pt x="2265" y="5175"/>
                  <a:pt x="2265" y="5197"/>
                </a:cubicBezTo>
                <a:cubicBezTo>
                  <a:pt x="2265" y="5219"/>
                  <a:pt x="2283" y="5236"/>
                  <a:pt x="2305" y="5236"/>
                </a:cubicBezTo>
                <a:cubicBezTo>
                  <a:pt x="2327" y="5236"/>
                  <a:pt x="2345" y="5219"/>
                  <a:pt x="2345" y="5197"/>
                </a:cubicBezTo>
                <a:cubicBezTo>
                  <a:pt x="2345" y="5175"/>
                  <a:pt x="2327" y="5157"/>
                  <a:pt x="2305" y="5157"/>
                </a:cubicBezTo>
                <a:close/>
                <a:moveTo>
                  <a:pt x="2202" y="5348"/>
                </a:moveTo>
                <a:cubicBezTo>
                  <a:pt x="2182" y="5348"/>
                  <a:pt x="2165" y="5365"/>
                  <a:pt x="2165" y="5386"/>
                </a:cubicBezTo>
                <a:cubicBezTo>
                  <a:pt x="2165" y="5407"/>
                  <a:pt x="2182" y="5424"/>
                  <a:pt x="2202" y="5424"/>
                </a:cubicBezTo>
                <a:cubicBezTo>
                  <a:pt x="2223" y="5424"/>
                  <a:pt x="2240" y="5407"/>
                  <a:pt x="2240" y="5386"/>
                </a:cubicBezTo>
                <a:cubicBezTo>
                  <a:pt x="2240" y="5365"/>
                  <a:pt x="2223" y="5348"/>
                  <a:pt x="2202" y="5348"/>
                </a:cubicBezTo>
                <a:close/>
                <a:moveTo>
                  <a:pt x="2090" y="5534"/>
                </a:moveTo>
                <a:cubicBezTo>
                  <a:pt x="2070" y="5534"/>
                  <a:pt x="2055" y="5550"/>
                  <a:pt x="2055" y="5570"/>
                </a:cubicBezTo>
                <a:cubicBezTo>
                  <a:pt x="2055" y="5589"/>
                  <a:pt x="2070" y="5605"/>
                  <a:pt x="2090" y="5605"/>
                </a:cubicBezTo>
                <a:cubicBezTo>
                  <a:pt x="2109" y="5605"/>
                  <a:pt x="2125" y="5589"/>
                  <a:pt x="2125" y="5570"/>
                </a:cubicBezTo>
                <a:cubicBezTo>
                  <a:pt x="2125" y="5550"/>
                  <a:pt x="2109" y="5534"/>
                  <a:pt x="2090" y="5534"/>
                </a:cubicBezTo>
                <a:close/>
                <a:moveTo>
                  <a:pt x="1968" y="5714"/>
                </a:moveTo>
                <a:cubicBezTo>
                  <a:pt x="1950" y="5714"/>
                  <a:pt x="1935" y="5729"/>
                  <a:pt x="1935" y="5747"/>
                </a:cubicBezTo>
                <a:cubicBezTo>
                  <a:pt x="1935" y="5765"/>
                  <a:pt x="1950" y="5780"/>
                  <a:pt x="1968" y="5780"/>
                </a:cubicBezTo>
                <a:cubicBezTo>
                  <a:pt x="1986" y="5780"/>
                  <a:pt x="2001" y="5765"/>
                  <a:pt x="2001" y="5747"/>
                </a:cubicBezTo>
                <a:cubicBezTo>
                  <a:pt x="2001" y="5729"/>
                  <a:pt x="1986" y="5714"/>
                  <a:pt x="1968" y="5714"/>
                </a:cubicBezTo>
                <a:close/>
                <a:moveTo>
                  <a:pt x="1837" y="5888"/>
                </a:moveTo>
                <a:cubicBezTo>
                  <a:pt x="1820" y="5888"/>
                  <a:pt x="1807" y="5901"/>
                  <a:pt x="1807" y="5918"/>
                </a:cubicBezTo>
                <a:cubicBezTo>
                  <a:pt x="1807" y="5935"/>
                  <a:pt x="1820" y="5948"/>
                  <a:pt x="1837" y="5948"/>
                </a:cubicBezTo>
                <a:cubicBezTo>
                  <a:pt x="1853" y="5948"/>
                  <a:pt x="1867" y="5935"/>
                  <a:pt x="1867" y="5918"/>
                </a:cubicBezTo>
                <a:cubicBezTo>
                  <a:pt x="1867" y="5901"/>
                  <a:pt x="1853" y="5888"/>
                  <a:pt x="1837" y="5888"/>
                </a:cubicBezTo>
                <a:close/>
                <a:moveTo>
                  <a:pt x="1697" y="6057"/>
                </a:moveTo>
                <a:cubicBezTo>
                  <a:pt x="1683" y="6057"/>
                  <a:pt x="1672" y="6068"/>
                  <a:pt x="1672" y="6082"/>
                </a:cubicBezTo>
                <a:cubicBezTo>
                  <a:pt x="1672" y="6096"/>
                  <a:pt x="1683" y="6107"/>
                  <a:pt x="1697" y="6107"/>
                </a:cubicBezTo>
                <a:cubicBezTo>
                  <a:pt x="1711" y="6107"/>
                  <a:pt x="1722" y="6096"/>
                  <a:pt x="1722" y="6082"/>
                </a:cubicBezTo>
                <a:cubicBezTo>
                  <a:pt x="1722" y="6068"/>
                  <a:pt x="1711" y="6057"/>
                  <a:pt x="1697" y="6057"/>
                </a:cubicBezTo>
                <a:close/>
                <a:moveTo>
                  <a:pt x="1549" y="6217"/>
                </a:moveTo>
                <a:cubicBezTo>
                  <a:pt x="1537" y="6217"/>
                  <a:pt x="1527" y="6226"/>
                  <a:pt x="1527" y="6238"/>
                </a:cubicBezTo>
                <a:cubicBezTo>
                  <a:pt x="1527" y="6250"/>
                  <a:pt x="1537" y="6259"/>
                  <a:pt x="1549" y="6259"/>
                </a:cubicBezTo>
                <a:cubicBezTo>
                  <a:pt x="1560" y="6259"/>
                  <a:pt x="1570" y="6250"/>
                  <a:pt x="1570" y="6238"/>
                </a:cubicBezTo>
                <a:cubicBezTo>
                  <a:pt x="1570" y="6226"/>
                  <a:pt x="1560" y="6217"/>
                  <a:pt x="1549" y="6217"/>
                </a:cubicBezTo>
                <a:close/>
                <a:moveTo>
                  <a:pt x="1392" y="6368"/>
                </a:moveTo>
                <a:cubicBezTo>
                  <a:pt x="1382" y="6368"/>
                  <a:pt x="1374" y="6376"/>
                  <a:pt x="1374" y="6386"/>
                </a:cubicBezTo>
                <a:cubicBezTo>
                  <a:pt x="1374" y="6396"/>
                  <a:pt x="1382" y="6404"/>
                  <a:pt x="1392" y="6404"/>
                </a:cubicBezTo>
                <a:cubicBezTo>
                  <a:pt x="1402" y="6404"/>
                  <a:pt x="1411" y="6396"/>
                  <a:pt x="1411" y="6386"/>
                </a:cubicBezTo>
                <a:cubicBezTo>
                  <a:pt x="1411" y="6376"/>
                  <a:pt x="1402" y="6368"/>
                  <a:pt x="1392" y="6368"/>
                </a:cubicBezTo>
                <a:close/>
                <a:moveTo>
                  <a:pt x="1229" y="6510"/>
                </a:moveTo>
                <a:cubicBezTo>
                  <a:pt x="1220" y="6510"/>
                  <a:pt x="1213" y="6517"/>
                  <a:pt x="1213" y="6526"/>
                </a:cubicBezTo>
                <a:cubicBezTo>
                  <a:pt x="1213" y="6535"/>
                  <a:pt x="1220" y="6542"/>
                  <a:pt x="1229" y="6542"/>
                </a:cubicBezTo>
                <a:cubicBezTo>
                  <a:pt x="1237" y="6542"/>
                  <a:pt x="1245" y="6535"/>
                  <a:pt x="1245" y="6526"/>
                </a:cubicBezTo>
                <a:cubicBezTo>
                  <a:pt x="1245" y="6517"/>
                  <a:pt x="1237" y="6510"/>
                  <a:pt x="1229" y="6510"/>
                </a:cubicBezTo>
                <a:close/>
                <a:moveTo>
                  <a:pt x="1058" y="6646"/>
                </a:moveTo>
                <a:cubicBezTo>
                  <a:pt x="1052" y="6646"/>
                  <a:pt x="1047" y="6651"/>
                  <a:pt x="1047" y="6657"/>
                </a:cubicBezTo>
                <a:cubicBezTo>
                  <a:pt x="1047" y="6663"/>
                  <a:pt x="1052" y="6668"/>
                  <a:pt x="1058" y="6668"/>
                </a:cubicBezTo>
                <a:cubicBezTo>
                  <a:pt x="1064" y="6668"/>
                  <a:pt x="1069" y="6663"/>
                  <a:pt x="1069" y="6657"/>
                </a:cubicBezTo>
                <a:cubicBezTo>
                  <a:pt x="1069" y="6651"/>
                  <a:pt x="1064" y="6646"/>
                  <a:pt x="1058" y="6646"/>
                </a:cubicBezTo>
                <a:close/>
                <a:moveTo>
                  <a:pt x="880" y="6772"/>
                </a:moveTo>
                <a:cubicBezTo>
                  <a:pt x="876" y="6772"/>
                  <a:pt x="873" y="6775"/>
                  <a:pt x="873" y="6779"/>
                </a:cubicBezTo>
                <a:cubicBezTo>
                  <a:pt x="873" y="6783"/>
                  <a:pt x="876" y="6787"/>
                  <a:pt x="880" y="6787"/>
                </a:cubicBezTo>
                <a:cubicBezTo>
                  <a:pt x="884" y="6787"/>
                  <a:pt x="888" y="6783"/>
                  <a:pt x="888" y="6779"/>
                </a:cubicBezTo>
                <a:cubicBezTo>
                  <a:pt x="888" y="6775"/>
                  <a:pt x="884" y="6772"/>
                  <a:pt x="880" y="6772"/>
                </a:cubicBezTo>
                <a:close/>
                <a:moveTo>
                  <a:pt x="697" y="6887"/>
                </a:moveTo>
                <a:cubicBezTo>
                  <a:pt x="694" y="6887"/>
                  <a:pt x="692" y="6889"/>
                  <a:pt x="692" y="6892"/>
                </a:cubicBezTo>
                <a:cubicBezTo>
                  <a:pt x="692" y="6894"/>
                  <a:pt x="694" y="6896"/>
                  <a:pt x="697" y="6896"/>
                </a:cubicBezTo>
                <a:cubicBezTo>
                  <a:pt x="699" y="6896"/>
                  <a:pt x="701" y="6894"/>
                  <a:pt x="701" y="6892"/>
                </a:cubicBezTo>
                <a:cubicBezTo>
                  <a:pt x="701" y="6889"/>
                  <a:pt x="699" y="6887"/>
                  <a:pt x="697" y="6887"/>
                </a:cubicBezTo>
                <a:close/>
                <a:moveTo>
                  <a:pt x="1058" y="1"/>
                </a:moveTo>
                <a:cubicBezTo>
                  <a:pt x="1058" y="1"/>
                  <a:pt x="1058" y="0"/>
                  <a:pt x="1058" y="0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57" y="0"/>
                  <a:pt x="1057" y="0"/>
                  <a:pt x="1057" y="0"/>
                </a:cubicBezTo>
                <a:cubicBezTo>
                  <a:pt x="1057" y="0"/>
                  <a:pt x="1057" y="1"/>
                  <a:pt x="1058" y="1"/>
                </a:cubicBezTo>
                <a:close/>
                <a:moveTo>
                  <a:pt x="1229" y="132"/>
                </a:moveTo>
                <a:cubicBezTo>
                  <a:pt x="1229" y="132"/>
                  <a:pt x="1229" y="132"/>
                  <a:pt x="1229" y="131"/>
                </a:cubicBezTo>
                <a:cubicBezTo>
                  <a:pt x="1229" y="131"/>
                  <a:pt x="1229" y="131"/>
                  <a:pt x="1229" y="131"/>
                </a:cubicBezTo>
                <a:cubicBezTo>
                  <a:pt x="1228" y="131"/>
                  <a:pt x="1228" y="131"/>
                  <a:pt x="1228" y="131"/>
                </a:cubicBezTo>
                <a:cubicBezTo>
                  <a:pt x="1228" y="132"/>
                  <a:pt x="1228" y="132"/>
                  <a:pt x="1229" y="132"/>
                </a:cubicBezTo>
                <a:close/>
                <a:moveTo>
                  <a:pt x="1392" y="272"/>
                </a:moveTo>
                <a:cubicBezTo>
                  <a:pt x="1393" y="272"/>
                  <a:pt x="1394" y="272"/>
                  <a:pt x="1394" y="271"/>
                </a:cubicBezTo>
                <a:cubicBezTo>
                  <a:pt x="1394" y="271"/>
                  <a:pt x="1393" y="270"/>
                  <a:pt x="1392" y="270"/>
                </a:cubicBezTo>
                <a:cubicBezTo>
                  <a:pt x="1392" y="270"/>
                  <a:pt x="1391" y="271"/>
                  <a:pt x="1391" y="271"/>
                </a:cubicBezTo>
                <a:cubicBezTo>
                  <a:pt x="1391" y="272"/>
                  <a:pt x="1392" y="272"/>
                  <a:pt x="1392" y="272"/>
                </a:cubicBezTo>
                <a:close/>
                <a:moveTo>
                  <a:pt x="1549" y="421"/>
                </a:moveTo>
                <a:cubicBezTo>
                  <a:pt x="1549" y="421"/>
                  <a:pt x="1550" y="420"/>
                  <a:pt x="1550" y="419"/>
                </a:cubicBezTo>
                <a:cubicBezTo>
                  <a:pt x="1550" y="419"/>
                  <a:pt x="1549" y="418"/>
                  <a:pt x="1549" y="418"/>
                </a:cubicBezTo>
                <a:cubicBezTo>
                  <a:pt x="1548" y="418"/>
                  <a:pt x="1547" y="419"/>
                  <a:pt x="1547" y="419"/>
                </a:cubicBezTo>
                <a:cubicBezTo>
                  <a:pt x="1547" y="420"/>
                  <a:pt x="1548" y="421"/>
                  <a:pt x="1549" y="421"/>
                </a:cubicBezTo>
                <a:close/>
                <a:moveTo>
                  <a:pt x="1697" y="577"/>
                </a:moveTo>
                <a:cubicBezTo>
                  <a:pt x="1698" y="577"/>
                  <a:pt x="1698" y="576"/>
                  <a:pt x="1698" y="576"/>
                </a:cubicBezTo>
                <a:cubicBezTo>
                  <a:pt x="1698" y="575"/>
                  <a:pt x="1698" y="575"/>
                  <a:pt x="1697" y="575"/>
                </a:cubicBezTo>
                <a:cubicBezTo>
                  <a:pt x="1696" y="575"/>
                  <a:pt x="1696" y="575"/>
                  <a:pt x="1696" y="576"/>
                </a:cubicBezTo>
                <a:cubicBezTo>
                  <a:pt x="1696" y="576"/>
                  <a:pt x="1696" y="577"/>
                  <a:pt x="1697" y="577"/>
                </a:cubicBezTo>
                <a:close/>
                <a:moveTo>
                  <a:pt x="1837" y="741"/>
                </a:moveTo>
                <a:cubicBezTo>
                  <a:pt x="1838" y="741"/>
                  <a:pt x="1838" y="740"/>
                  <a:pt x="1838" y="740"/>
                </a:cubicBezTo>
                <a:cubicBezTo>
                  <a:pt x="1838" y="739"/>
                  <a:pt x="1838" y="738"/>
                  <a:pt x="1837" y="738"/>
                </a:cubicBezTo>
                <a:cubicBezTo>
                  <a:pt x="1836" y="738"/>
                  <a:pt x="1835" y="739"/>
                  <a:pt x="1835" y="740"/>
                </a:cubicBezTo>
                <a:cubicBezTo>
                  <a:pt x="1835" y="740"/>
                  <a:pt x="1836" y="741"/>
                  <a:pt x="1837" y="741"/>
                </a:cubicBezTo>
                <a:close/>
                <a:moveTo>
                  <a:pt x="1968" y="912"/>
                </a:moveTo>
                <a:cubicBezTo>
                  <a:pt x="1969" y="912"/>
                  <a:pt x="1970" y="911"/>
                  <a:pt x="1970" y="910"/>
                </a:cubicBezTo>
                <a:cubicBezTo>
                  <a:pt x="1970" y="909"/>
                  <a:pt x="1969" y="909"/>
                  <a:pt x="1968" y="909"/>
                </a:cubicBezTo>
                <a:cubicBezTo>
                  <a:pt x="1967" y="909"/>
                  <a:pt x="1966" y="909"/>
                  <a:pt x="1966" y="910"/>
                </a:cubicBezTo>
                <a:cubicBezTo>
                  <a:pt x="1966" y="911"/>
                  <a:pt x="1967" y="912"/>
                  <a:pt x="1968" y="912"/>
                </a:cubicBezTo>
                <a:close/>
                <a:moveTo>
                  <a:pt x="2090" y="1090"/>
                </a:moveTo>
                <a:cubicBezTo>
                  <a:pt x="2091" y="1090"/>
                  <a:pt x="2092" y="1089"/>
                  <a:pt x="2092" y="1088"/>
                </a:cubicBezTo>
                <a:cubicBezTo>
                  <a:pt x="2092" y="1087"/>
                  <a:pt x="2091" y="1086"/>
                  <a:pt x="2090" y="1086"/>
                </a:cubicBezTo>
                <a:cubicBezTo>
                  <a:pt x="2089" y="1086"/>
                  <a:pt x="2088" y="1087"/>
                  <a:pt x="2088" y="1088"/>
                </a:cubicBezTo>
                <a:cubicBezTo>
                  <a:pt x="2088" y="1089"/>
                  <a:pt x="2089" y="1090"/>
                  <a:pt x="2090" y="1090"/>
                </a:cubicBezTo>
                <a:close/>
                <a:moveTo>
                  <a:pt x="2202" y="1275"/>
                </a:moveTo>
                <a:cubicBezTo>
                  <a:pt x="2204" y="1275"/>
                  <a:pt x="2206" y="1273"/>
                  <a:pt x="2206" y="1272"/>
                </a:cubicBezTo>
                <a:cubicBezTo>
                  <a:pt x="2206" y="1270"/>
                  <a:pt x="2204" y="1268"/>
                  <a:pt x="2202" y="1268"/>
                </a:cubicBezTo>
                <a:cubicBezTo>
                  <a:pt x="2201" y="1268"/>
                  <a:pt x="2199" y="1270"/>
                  <a:pt x="2199" y="1272"/>
                </a:cubicBezTo>
                <a:cubicBezTo>
                  <a:pt x="2199" y="1273"/>
                  <a:pt x="2201" y="1275"/>
                  <a:pt x="2202" y="1275"/>
                </a:cubicBezTo>
                <a:close/>
                <a:moveTo>
                  <a:pt x="2305" y="1466"/>
                </a:moveTo>
                <a:cubicBezTo>
                  <a:pt x="2308" y="1466"/>
                  <a:pt x="2310" y="1464"/>
                  <a:pt x="2310" y="1461"/>
                </a:cubicBezTo>
                <a:cubicBezTo>
                  <a:pt x="2310" y="1458"/>
                  <a:pt x="2308" y="1456"/>
                  <a:pt x="2305" y="1456"/>
                </a:cubicBezTo>
                <a:cubicBezTo>
                  <a:pt x="2302" y="1456"/>
                  <a:pt x="2300" y="1458"/>
                  <a:pt x="2300" y="1461"/>
                </a:cubicBezTo>
                <a:cubicBezTo>
                  <a:pt x="2300" y="1464"/>
                  <a:pt x="2302" y="1466"/>
                  <a:pt x="2305" y="1466"/>
                </a:cubicBezTo>
                <a:close/>
                <a:moveTo>
                  <a:pt x="2398" y="1663"/>
                </a:moveTo>
                <a:cubicBezTo>
                  <a:pt x="2402" y="1663"/>
                  <a:pt x="2406" y="1660"/>
                  <a:pt x="2406" y="1655"/>
                </a:cubicBezTo>
                <a:cubicBezTo>
                  <a:pt x="2406" y="1651"/>
                  <a:pt x="2402" y="1647"/>
                  <a:pt x="2398" y="1647"/>
                </a:cubicBezTo>
                <a:cubicBezTo>
                  <a:pt x="2394" y="1647"/>
                  <a:pt x="2390" y="1651"/>
                  <a:pt x="2390" y="1655"/>
                </a:cubicBezTo>
                <a:cubicBezTo>
                  <a:pt x="2390" y="1660"/>
                  <a:pt x="2394" y="1663"/>
                  <a:pt x="2398" y="1663"/>
                </a:cubicBezTo>
                <a:close/>
                <a:moveTo>
                  <a:pt x="2480" y="1866"/>
                </a:moveTo>
                <a:cubicBezTo>
                  <a:pt x="2487" y="1866"/>
                  <a:pt x="2492" y="1861"/>
                  <a:pt x="2492" y="1854"/>
                </a:cubicBezTo>
                <a:cubicBezTo>
                  <a:pt x="2492" y="1848"/>
                  <a:pt x="2487" y="1843"/>
                  <a:pt x="2480" y="1843"/>
                </a:cubicBezTo>
                <a:cubicBezTo>
                  <a:pt x="2474" y="1843"/>
                  <a:pt x="2469" y="1848"/>
                  <a:pt x="2469" y="1854"/>
                </a:cubicBezTo>
                <a:cubicBezTo>
                  <a:pt x="2469" y="1861"/>
                  <a:pt x="2474" y="1866"/>
                  <a:pt x="2480" y="1866"/>
                </a:cubicBezTo>
                <a:close/>
                <a:moveTo>
                  <a:pt x="2552" y="2072"/>
                </a:moveTo>
                <a:cubicBezTo>
                  <a:pt x="2560" y="2072"/>
                  <a:pt x="2567" y="2066"/>
                  <a:pt x="2567" y="2057"/>
                </a:cubicBezTo>
                <a:cubicBezTo>
                  <a:pt x="2567" y="2049"/>
                  <a:pt x="2560" y="2042"/>
                  <a:pt x="2552" y="2042"/>
                </a:cubicBezTo>
                <a:cubicBezTo>
                  <a:pt x="2544" y="2042"/>
                  <a:pt x="2537" y="2049"/>
                  <a:pt x="2537" y="2057"/>
                </a:cubicBezTo>
                <a:cubicBezTo>
                  <a:pt x="2537" y="2066"/>
                  <a:pt x="2544" y="2072"/>
                  <a:pt x="2552" y="2072"/>
                </a:cubicBezTo>
                <a:close/>
                <a:moveTo>
                  <a:pt x="2613" y="2283"/>
                </a:moveTo>
                <a:cubicBezTo>
                  <a:pt x="2624" y="2283"/>
                  <a:pt x="2632" y="2274"/>
                  <a:pt x="2632" y="2264"/>
                </a:cubicBezTo>
                <a:cubicBezTo>
                  <a:pt x="2632" y="2253"/>
                  <a:pt x="2624" y="2245"/>
                  <a:pt x="2613" y="2245"/>
                </a:cubicBezTo>
                <a:cubicBezTo>
                  <a:pt x="2603" y="2245"/>
                  <a:pt x="2595" y="2253"/>
                  <a:pt x="2595" y="2264"/>
                </a:cubicBezTo>
                <a:cubicBezTo>
                  <a:pt x="2595" y="2274"/>
                  <a:pt x="2603" y="2283"/>
                  <a:pt x="2613" y="2283"/>
                </a:cubicBezTo>
                <a:close/>
                <a:moveTo>
                  <a:pt x="2664" y="2494"/>
                </a:moveTo>
                <a:cubicBezTo>
                  <a:pt x="2675" y="2494"/>
                  <a:pt x="2684" y="2485"/>
                  <a:pt x="2684" y="2473"/>
                </a:cubicBezTo>
                <a:cubicBezTo>
                  <a:pt x="2684" y="2462"/>
                  <a:pt x="2675" y="2453"/>
                  <a:pt x="2664" y="2453"/>
                </a:cubicBezTo>
                <a:cubicBezTo>
                  <a:pt x="2652" y="2453"/>
                  <a:pt x="2643" y="2462"/>
                  <a:pt x="2643" y="2473"/>
                </a:cubicBezTo>
                <a:cubicBezTo>
                  <a:pt x="2643" y="2485"/>
                  <a:pt x="2652" y="2494"/>
                  <a:pt x="2664" y="2494"/>
                </a:cubicBezTo>
                <a:close/>
                <a:moveTo>
                  <a:pt x="2703" y="2708"/>
                </a:moveTo>
                <a:cubicBezTo>
                  <a:pt x="2716" y="2708"/>
                  <a:pt x="2726" y="2698"/>
                  <a:pt x="2726" y="2685"/>
                </a:cubicBezTo>
                <a:cubicBezTo>
                  <a:pt x="2726" y="2672"/>
                  <a:pt x="2716" y="2662"/>
                  <a:pt x="2703" y="2662"/>
                </a:cubicBezTo>
                <a:cubicBezTo>
                  <a:pt x="2690" y="2662"/>
                  <a:pt x="2680" y="2672"/>
                  <a:pt x="2680" y="2685"/>
                </a:cubicBezTo>
                <a:cubicBezTo>
                  <a:pt x="2680" y="2698"/>
                  <a:pt x="2690" y="2708"/>
                  <a:pt x="2703" y="2708"/>
                </a:cubicBezTo>
                <a:close/>
                <a:moveTo>
                  <a:pt x="2708" y="2899"/>
                </a:moveTo>
                <a:cubicBezTo>
                  <a:pt x="2708" y="2911"/>
                  <a:pt x="2719" y="2921"/>
                  <a:pt x="2731" y="2921"/>
                </a:cubicBezTo>
                <a:cubicBezTo>
                  <a:pt x="2744" y="2921"/>
                  <a:pt x="2754" y="2911"/>
                  <a:pt x="2754" y="2899"/>
                </a:cubicBezTo>
                <a:cubicBezTo>
                  <a:pt x="2754" y="2886"/>
                  <a:pt x="2744" y="2876"/>
                  <a:pt x="2731" y="2876"/>
                </a:cubicBezTo>
                <a:cubicBezTo>
                  <a:pt x="2719" y="2876"/>
                  <a:pt x="2708" y="2886"/>
                  <a:pt x="2708" y="2899"/>
                </a:cubicBezTo>
                <a:close/>
                <a:moveTo>
                  <a:pt x="2719" y="3113"/>
                </a:moveTo>
                <a:cubicBezTo>
                  <a:pt x="2719" y="3129"/>
                  <a:pt x="2732" y="3142"/>
                  <a:pt x="2748" y="3142"/>
                </a:cubicBezTo>
                <a:cubicBezTo>
                  <a:pt x="2764" y="3142"/>
                  <a:pt x="2777" y="3129"/>
                  <a:pt x="2777" y="3113"/>
                </a:cubicBezTo>
                <a:cubicBezTo>
                  <a:pt x="2777" y="3098"/>
                  <a:pt x="2764" y="3085"/>
                  <a:pt x="2748" y="3085"/>
                </a:cubicBezTo>
                <a:cubicBezTo>
                  <a:pt x="2732" y="3085"/>
                  <a:pt x="2719" y="3098"/>
                  <a:pt x="2719" y="3113"/>
                </a:cubicBezTo>
                <a:close/>
              </a:path>
            </a:pathLst>
          </a:custGeom>
          <a:gradFill>
            <a:gsLst>
              <a:gs pos="0">
                <a:srgbClr val="00AB7A">
                  <a:alpha val="24000"/>
                </a:srgbClr>
              </a:gs>
              <a:gs pos="100000">
                <a:srgbClr val="00AB7A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lvl="0"/>
            <a:endParaRPr lang="zh-CN" altLang="en-US" sz="2400"/>
          </a:p>
        </p:txBody>
      </p:sp>
      <p:sp>
        <p:nvSpPr>
          <p:cNvPr id="3" name="Freeform 156"/>
          <p:cNvSpPr>
            <a:spLocks noEditPoints="1"/>
          </p:cNvSpPr>
          <p:nvPr userDrawn="1"/>
        </p:nvSpPr>
        <p:spPr bwMode="auto">
          <a:xfrm rot="20140498">
            <a:off x="6611166" y="-3173431"/>
            <a:ext cx="4209796" cy="10420539"/>
          </a:xfrm>
          <a:custGeom>
            <a:avLst/>
            <a:gdLst>
              <a:gd name="T0" fmla="*/ 2110 w 2784"/>
              <a:gd name="T1" fmla="*/ 3712 h 6896"/>
              <a:gd name="T2" fmla="*/ 2031 w 2784"/>
              <a:gd name="T3" fmla="*/ 4146 h 6896"/>
              <a:gd name="T4" fmla="*/ 1833 w 2784"/>
              <a:gd name="T5" fmla="*/ 4790 h 6896"/>
              <a:gd name="T6" fmla="*/ 1608 w 2784"/>
              <a:gd name="T7" fmla="*/ 5170 h 6896"/>
              <a:gd name="T8" fmla="*/ 1364 w 2784"/>
              <a:gd name="T9" fmla="*/ 5519 h 6896"/>
              <a:gd name="T10" fmla="*/ 0 w 2784"/>
              <a:gd name="T11" fmla="*/ 108 h 6896"/>
              <a:gd name="T12" fmla="*/ 394 w 2784"/>
              <a:gd name="T13" fmla="*/ 300 h 6896"/>
              <a:gd name="T14" fmla="*/ 915 w 2784"/>
              <a:gd name="T15" fmla="*/ 649 h 6896"/>
              <a:gd name="T16" fmla="*/ 1224 w 2784"/>
              <a:gd name="T17" fmla="*/ 1007 h 6896"/>
              <a:gd name="T18" fmla="*/ 1494 w 2784"/>
              <a:gd name="T19" fmla="*/ 1267 h 6896"/>
              <a:gd name="T20" fmla="*/ 1816 w 2784"/>
              <a:gd name="T21" fmla="*/ 1808 h 6896"/>
              <a:gd name="T22" fmla="*/ 2038 w 2784"/>
              <a:gd name="T23" fmla="*/ 2269 h 6896"/>
              <a:gd name="T24" fmla="*/ 2110 w 2784"/>
              <a:gd name="T25" fmla="*/ 2836 h 6896"/>
              <a:gd name="T26" fmla="*/ 2342 w 2784"/>
              <a:gd name="T27" fmla="*/ 3394 h 6896"/>
              <a:gd name="T28" fmla="*/ 2378 w 2784"/>
              <a:gd name="T29" fmla="*/ 3759 h 6896"/>
              <a:gd name="T30" fmla="*/ 2187 w 2784"/>
              <a:gd name="T31" fmla="*/ 4342 h 6896"/>
              <a:gd name="T32" fmla="*/ 2000 w 2784"/>
              <a:gd name="T33" fmla="*/ 4795 h 6896"/>
              <a:gd name="T34" fmla="*/ 1733 w 2784"/>
              <a:gd name="T35" fmla="*/ 5385 h 6896"/>
              <a:gd name="T36" fmla="*/ 1476 w 2784"/>
              <a:gd name="T37" fmla="*/ 5718 h 6896"/>
              <a:gd name="T38" fmla="*/ 1180 w 2784"/>
              <a:gd name="T39" fmla="*/ 6020 h 6896"/>
              <a:gd name="T40" fmla="*/ 489 w 2784"/>
              <a:gd name="T41" fmla="*/ 122 h 6896"/>
              <a:gd name="T42" fmla="*/ 854 w 2784"/>
              <a:gd name="T43" fmla="*/ 359 h 6896"/>
              <a:gd name="T44" fmla="*/ 1346 w 2784"/>
              <a:gd name="T45" fmla="*/ 788 h 6896"/>
              <a:gd name="T46" fmla="*/ 1610 w 2784"/>
              <a:gd name="T47" fmla="*/ 1091 h 6896"/>
              <a:gd name="T48" fmla="*/ 1846 w 2784"/>
              <a:gd name="T49" fmla="*/ 1512 h 6896"/>
              <a:gd name="T50" fmla="*/ 2119 w 2784"/>
              <a:gd name="T51" fmla="*/ 2109 h 6896"/>
              <a:gd name="T52" fmla="*/ 2301 w 2784"/>
              <a:gd name="T53" fmla="*/ 2475 h 6896"/>
              <a:gd name="T54" fmla="*/ 2336 w 2784"/>
              <a:gd name="T55" fmla="*/ 3047 h 6896"/>
              <a:gd name="T56" fmla="*/ 2542 w 2784"/>
              <a:gd name="T57" fmla="*/ 3609 h 6896"/>
              <a:gd name="T58" fmla="*/ 2561 w 2784"/>
              <a:gd name="T59" fmla="*/ 3972 h 6896"/>
              <a:gd name="T60" fmla="*/ 2395 w 2784"/>
              <a:gd name="T61" fmla="*/ 4598 h 6896"/>
              <a:gd name="T62" fmla="*/ 2174 w 2784"/>
              <a:gd name="T63" fmla="*/ 5049 h 6896"/>
              <a:gd name="T64" fmla="*/ 1851 w 2784"/>
              <a:gd name="T65" fmla="*/ 5518 h 6896"/>
              <a:gd name="T66" fmla="*/ 1587 w 2784"/>
              <a:gd name="T67" fmla="*/ 5923 h 6896"/>
              <a:gd name="T68" fmla="*/ 1287 w 2784"/>
              <a:gd name="T69" fmla="*/ 6189 h 6896"/>
              <a:gd name="T70" fmla="*/ 774 w 2784"/>
              <a:gd name="T71" fmla="*/ 6601 h 6896"/>
              <a:gd name="T72" fmla="*/ 952 w 2784"/>
              <a:gd name="T73" fmla="*/ 179 h 6896"/>
              <a:gd name="T74" fmla="*/ 1441 w 2784"/>
              <a:gd name="T75" fmla="*/ 606 h 6896"/>
              <a:gd name="T76" fmla="*/ 1724 w 2784"/>
              <a:gd name="T77" fmla="*/ 922 h 6896"/>
              <a:gd name="T78" fmla="*/ 1969 w 2784"/>
              <a:gd name="T79" fmla="*/ 1297 h 6896"/>
              <a:gd name="T80" fmla="*/ 2293 w 2784"/>
              <a:gd name="T81" fmla="*/ 1858 h 6896"/>
              <a:gd name="T82" fmla="*/ 2363 w 2784"/>
              <a:gd name="T83" fmla="*/ 2265 h 6896"/>
              <a:gd name="T84" fmla="*/ 2524 w 2784"/>
              <a:gd name="T85" fmla="*/ 2847 h 6896"/>
              <a:gd name="T86" fmla="*/ 2754 w 2784"/>
              <a:gd name="T87" fmla="*/ 3360 h 6896"/>
              <a:gd name="T88" fmla="*/ 2731 w 2784"/>
              <a:gd name="T89" fmla="*/ 3722 h 6896"/>
              <a:gd name="T90" fmla="*/ 2571 w 2784"/>
              <a:gd name="T91" fmla="*/ 4394 h 6896"/>
              <a:gd name="T92" fmla="*/ 2522 w 2784"/>
              <a:gd name="T93" fmla="*/ 4803 h 6896"/>
              <a:gd name="T94" fmla="*/ 2202 w 2784"/>
              <a:gd name="T95" fmla="*/ 5348 h 6896"/>
              <a:gd name="T96" fmla="*/ 1968 w 2784"/>
              <a:gd name="T97" fmla="*/ 5780 h 6896"/>
              <a:gd name="T98" fmla="*/ 1697 w 2784"/>
              <a:gd name="T99" fmla="*/ 6057 h 6896"/>
              <a:gd name="T100" fmla="*/ 1213 w 2784"/>
              <a:gd name="T101" fmla="*/ 6526 h 6896"/>
              <a:gd name="T102" fmla="*/ 888 w 2784"/>
              <a:gd name="T103" fmla="*/ 6779 h 6896"/>
              <a:gd name="T104" fmla="*/ 1229 w 2784"/>
              <a:gd name="T105" fmla="*/ 132 h 6896"/>
              <a:gd name="T106" fmla="*/ 1549 w 2784"/>
              <a:gd name="T107" fmla="*/ 418 h 6896"/>
              <a:gd name="T108" fmla="*/ 1837 w 2784"/>
              <a:gd name="T109" fmla="*/ 741 h 6896"/>
              <a:gd name="T110" fmla="*/ 2206 w 2784"/>
              <a:gd name="T111" fmla="*/ 1272 h 6896"/>
              <a:gd name="T112" fmla="*/ 2390 w 2784"/>
              <a:gd name="T113" fmla="*/ 1655 h 6896"/>
              <a:gd name="T114" fmla="*/ 2613 w 2784"/>
              <a:gd name="T115" fmla="*/ 2283 h 6896"/>
              <a:gd name="T116" fmla="*/ 2703 w 2784"/>
              <a:gd name="T117" fmla="*/ 2662 h 6896"/>
              <a:gd name="T118" fmla="*/ 2719 w 2784"/>
              <a:gd name="T119" fmla="*/ 3113 h 6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84" h="6896">
                <a:moveTo>
                  <a:pt x="2137" y="3273"/>
                </a:moveTo>
                <a:cubicBezTo>
                  <a:pt x="2106" y="3273"/>
                  <a:pt x="2081" y="3298"/>
                  <a:pt x="2081" y="3329"/>
                </a:cubicBezTo>
                <a:cubicBezTo>
                  <a:pt x="2081" y="3360"/>
                  <a:pt x="2106" y="3385"/>
                  <a:pt x="2137" y="3385"/>
                </a:cubicBezTo>
                <a:cubicBezTo>
                  <a:pt x="2167" y="3385"/>
                  <a:pt x="2192" y="3360"/>
                  <a:pt x="2192" y="3329"/>
                </a:cubicBezTo>
                <a:cubicBezTo>
                  <a:pt x="2192" y="3298"/>
                  <a:pt x="2167" y="3273"/>
                  <a:pt x="2137" y="3273"/>
                </a:cubicBezTo>
                <a:close/>
                <a:moveTo>
                  <a:pt x="2181" y="3544"/>
                </a:moveTo>
                <a:cubicBezTo>
                  <a:pt x="2181" y="3516"/>
                  <a:pt x="2158" y="3493"/>
                  <a:pt x="2130" y="3493"/>
                </a:cubicBezTo>
                <a:cubicBezTo>
                  <a:pt x="2102" y="3493"/>
                  <a:pt x="2079" y="3516"/>
                  <a:pt x="2079" y="3544"/>
                </a:cubicBezTo>
                <a:cubicBezTo>
                  <a:pt x="2079" y="3572"/>
                  <a:pt x="2102" y="3595"/>
                  <a:pt x="2130" y="3595"/>
                </a:cubicBezTo>
                <a:cubicBezTo>
                  <a:pt x="2158" y="3595"/>
                  <a:pt x="2181" y="3572"/>
                  <a:pt x="2181" y="3544"/>
                </a:cubicBezTo>
                <a:close/>
                <a:moveTo>
                  <a:pt x="2157" y="3758"/>
                </a:moveTo>
                <a:cubicBezTo>
                  <a:pt x="2157" y="3733"/>
                  <a:pt x="2136" y="3712"/>
                  <a:pt x="2110" y="3712"/>
                </a:cubicBezTo>
                <a:cubicBezTo>
                  <a:pt x="2084" y="3712"/>
                  <a:pt x="2063" y="3733"/>
                  <a:pt x="2063" y="3758"/>
                </a:cubicBezTo>
                <a:cubicBezTo>
                  <a:pt x="2063" y="3784"/>
                  <a:pt x="2084" y="3805"/>
                  <a:pt x="2110" y="3805"/>
                </a:cubicBezTo>
                <a:cubicBezTo>
                  <a:pt x="2136" y="3805"/>
                  <a:pt x="2157" y="3784"/>
                  <a:pt x="2157" y="3758"/>
                </a:cubicBezTo>
                <a:close/>
                <a:moveTo>
                  <a:pt x="2118" y="3971"/>
                </a:moveTo>
                <a:cubicBezTo>
                  <a:pt x="2118" y="3949"/>
                  <a:pt x="2100" y="3930"/>
                  <a:pt x="2077" y="3930"/>
                </a:cubicBezTo>
                <a:cubicBezTo>
                  <a:pt x="2054" y="3930"/>
                  <a:pt x="2036" y="3949"/>
                  <a:pt x="2036" y="3971"/>
                </a:cubicBezTo>
                <a:cubicBezTo>
                  <a:pt x="2036" y="3994"/>
                  <a:pt x="2054" y="4012"/>
                  <a:pt x="2077" y="4012"/>
                </a:cubicBezTo>
                <a:cubicBezTo>
                  <a:pt x="2100" y="4012"/>
                  <a:pt x="2118" y="3994"/>
                  <a:pt x="2118" y="3971"/>
                </a:cubicBezTo>
                <a:close/>
                <a:moveTo>
                  <a:pt x="1996" y="4182"/>
                </a:moveTo>
                <a:cubicBezTo>
                  <a:pt x="1996" y="4201"/>
                  <a:pt x="2011" y="4217"/>
                  <a:pt x="2031" y="4217"/>
                </a:cubicBezTo>
                <a:cubicBezTo>
                  <a:pt x="2050" y="4217"/>
                  <a:pt x="2066" y="4201"/>
                  <a:pt x="2066" y="4182"/>
                </a:cubicBezTo>
                <a:cubicBezTo>
                  <a:pt x="2066" y="4162"/>
                  <a:pt x="2050" y="4146"/>
                  <a:pt x="2031" y="4146"/>
                </a:cubicBezTo>
                <a:cubicBezTo>
                  <a:pt x="2011" y="4146"/>
                  <a:pt x="1996" y="4162"/>
                  <a:pt x="1996" y="4182"/>
                </a:cubicBezTo>
                <a:close/>
                <a:moveTo>
                  <a:pt x="1972" y="4418"/>
                </a:moveTo>
                <a:cubicBezTo>
                  <a:pt x="1988" y="4418"/>
                  <a:pt x="2001" y="4405"/>
                  <a:pt x="2001" y="4389"/>
                </a:cubicBezTo>
                <a:cubicBezTo>
                  <a:pt x="2001" y="4373"/>
                  <a:pt x="1988" y="4360"/>
                  <a:pt x="1972" y="4360"/>
                </a:cubicBezTo>
                <a:cubicBezTo>
                  <a:pt x="1956" y="4360"/>
                  <a:pt x="1943" y="4373"/>
                  <a:pt x="1943" y="4389"/>
                </a:cubicBezTo>
                <a:cubicBezTo>
                  <a:pt x="1943" y="4405"/>
                  <a:pt x="1956" y="4418"/>
                  <a:pt x="1972" y="4418"/>
                </a:cubicBezTo>
                <a:close/>
                <a:moveTo>
                  <a:pt x="1923" y="4592"/>
                </a:moveTo>
                <a:cubicBezTo>
                  <a:pt x="1923" y="4579"/>
                  <a:pt x="1913" y="4569"/>
                  <a:pt x="1900" y="4569"/>
                </a:cubicBezTo>
                <a:cubicBezTo>
                  <a:pt x="1888" y="4569"/>
                  <a:pt x="1878" y="4579"/>
                  <a:pt x="1878" y="4592"/>
                </a:cubicBezTo>
                <a:cubicBezTo>
                  <a:pt x="1878" y="4605"/>
                  <a:pt x="1888" y="4615"/>
                  <a:pt x="1900" y="4615"/>
                </a:cubicBezTo>
                <a:cubicBezTo>
                  <a:pt x="1913" y="4615"/>
                  <a:pt x="1923" y="4605"/>
                  <a:pt x="1923" y="4592"/>
                </a:cubicBezTo>
                <a:close/>
                <a:moveTo>
                  <a:pt x="1833" y="4790"/>
                </a:moveTo>
                <a:cubicBezTo>
                  <a:pt x="1833" y="4781"/>
                  <a:pt x="1826" y="4774"/>
                  <a:pt x="1816" y="4774"/>
                </a:cubicBezTo>
                <a:cubicBezTo>
                  <a:pt x="1807" y="4774"/>
                  <a:pt x="1800" y="4781"/>
                  <a:pt x="1800" y="4790"/>
                </a:cubicBezTo>
                <a:cubicBezTo>
                  <a:pt x="1800" y="4800"/>
                  <a:pt x="1807" y="4807"/>
                  <a:pt x="1816" y="4807"/>
                </a:cubicBezTo>
                <a:cubicBezTo>
                  <a:pt x="1826" y="4807"/>
                  <a:pt x="1833" y="4800"/>
                  <a:pt x="1833" y="4790"/>
                </a:cubicBezTo>
                <a:close/>
                <a:moveTo>
                  <a:pt x="1730" y="4983"/>
                </a:moveTo>
                <a:cubicBezTo>
                  <a:pt x="1730" y="4978"/>
                  <a:pt x="1726" y="4973"/>
                  <a:pt x="1720" y="4973"/>
                </a:cubicBezTo>
                <a:cubicBezTo>
                  <a:pt x="1715" y="4973"/>
                  <a:pt x="1711" y="4978"/>
                  <a:pt x="1711" y="4983"/>
                </a:cubicBezTo>
                <a:cubicBezTo>
                  <a:pt x="1711" y="4989"/>
                  <a:pt x="1715" y="4993"/>
                  <a:pt x="1720" y="4993"/>
                </a:cubicBezTo>
                <a:cubicBezTo>
                  <a:pt x="1726" y="4993"/>
                  <a:pt x="1730" y="4989"/>
                  <a:pt x="1730" y="4983"/>
                </a:cubicBezTo>
                <a:close/>
                <a:moveTo>
                  <a:pt x="1618" y="5170"/>
                </a:moveTo>
                <a:cubicBezTo>
                  <a:pt x="1618" y="5167"/>
                  <a:pt x="1616" y="5165"/>
                  <a:pt x="1613" y="5165"/>
                </a:cubicBezTo>
                <a:cubicBezTo>
                  <a:pt x="1610" y="5165"/>
                  <a:pt x="1608" y="5167"/>
                  <a:pt x="1608" y="5170"/>
                </a:cubicBezTo>
                <a:cubicBezTo>
                  <a:pt x="1608" y="5173"/>
                  <a:pt x="1610" y="5175"/>
                  <a:pt x="1613" y="5175"/>
                </a:cubicBezTo>
                <a:cubicBezTo>
                  <a:pt x="1616" y="5175"/>
                  <a:pt x="1618" y="5173"/>
                  <a:pt x="1618" y="5170"/>
                </a:cubicBezTo>
                <a:close/>
                <a:moveTo>
                  <a:pt x="1494" y="5346"/>
                </a:moveTo>
                <a:cubicBezTo>
                  <a:pt x="1492" y="5346"/>
                  <a:pt x="1491" y="5348"/>
                  <a:pt x="1491" y="5349"/>
                </a:cubicBezTo>
                <a:cubicBezTo>
                  <a:pt x="1491" y="5351"/>
                  <a:pt x="1492" y="5352"/>
                  <a:pt x="1494" y="5352"/>
                </a:cubicBezTo>
                <a:cubicBezTo>
                  <a:pt x="1495" y="5352"/>
                  <a:pt x="1497" y="5351"/>
                  <a:pt x="1497" y="5349"/>
                </a:cubicBezTo>
                <a:cubicBezTo>
                  <a:pt x="1497" y="5348"/>
                  <a:pt x="1495" y="5346"/>
                  <a:pt x="1494" y="5346"/>
                </a:cubicBezTo>
                <a:close/>
                <a:moveTo>
                  <a:pt x="1364" y="5519"/>
                </a:moveTo>
                <a:cubicBezTo>
                  <a:pt x="1363" y="5519"/>
                  <a:pt x="1362" y="5520"/>
                  <a:pt x="1362" y="5521"/>
                </a:cubicBezTo>
                <a:cubicBezTo>
                  <a:pt x="1362" y="5522"/>
                  <a:pt x="1363" y="5523"/>
                  <a:pt x="1364" y="5523"/>
                </a:cubicBezTo>
                <a:cubicBezTo>
                  <a:pt x="1365" y="5523"/>
                  <a:pt x="1366" y="5522"/>
                  <a:pt x="1366" y="5521"/>
                </a:cubicBezTo>
                <a:cubicBezTo>
                  <a:pt x="1366" y="5520"/>
                  <a:pt x="1365" y="5519"/>
                  <a:pt x="1364" y="5519"/>
                </a:cubicBezTo>
                <a:close/>
                <a:moveTo>
                  <a:pt x="1225" y="5685"/>
                </a:moveTo>
                <a:cubicBezTo>
                  <a:pt x="1225" y="5684"/>
                  <a:pt x="1225" y="5683"/>
                  <a:pt x="1224" y="5683"/>
                </a:cubicBezTo>
                <a:cubicBezTo>
                  <a:pt x="1223" y="5683"/>
                  <a:pt x="1222" y="5684"/>
                  <a:pt x="1222" y="5685"/>
                </a:cubicBezTo>
                <a:cubicBezTo>
                  <a:pt x="1222" y="5686"/>
                  <a:pt x="1223" y="5686"/>
                  <a:pt x="1224" y="5686"/>
                </a:cubicBezTo>
                <a:cubicBezTo>
                  <a:pt x="1225" y="5686"/>
                  <a:pt x="1225" y="5686"/>
                  <a:pt x="1225" y="5685"/>
                </a:cubicBezTo>
                <a:close/>
                <a:moveTo>
                  <a:pt x="1074" y="5838"/>
                </a:moveTo>
                <a:cubicBezTo>
                  <a:pt x="1073" y="5838"/>
                  <a:pt x="1072" y="5838"/>
                  <a:pt x="1072" y="5839"/>
                </a:cubicBezTo>
                <a:cubicBezTo>
                  <a:pt x="1072" y="5840"/>
                  <a:pt x="1073" y="5841"/>
                  <a:pt x="1074" y="5841"/>
                </a:cubicBezTo>
                <a:cubicBezTo>
                  <a:pt x="1075" y="5841"/>
                  <a:pt x="1076" y="5840"/>
                  <a:pt x="1076" y="5839"/>
                </a:cubicBezTo>
                <a:cubicBezTo>
                  <a:pt x="1076" y="5838"/>
                  <a:pt x="1075" y="5838"/>
                  <a:pt x="1074" y="5838"/>
                </a:cubicBezTo>
                <a:close/>
                <a:moveTo>
                  <a:pt x="3" y="106"/>
                </a:moveTo>
                <a:cubicBezTo>
                  <a:pt x="1" y="106"/>
                  <a:pt x="0" y="107"/>
                  <a:pt x="0" y="108"/>
                </a:cubicBezTo>
                <a:cubicBezTo>
                  <a:pt x="0" y="109"/>
                  <a:pt x="1" y="110"/>
                  <a:pt x="3" y="110"/>
                </a:cubicBezTo>
                <a:cubicBezTo>
                  <a:pt x="4" y="110"/>
                  <a:pt x="5" y="109"/>
                  <a:pt x="5" y="108"/>
                </a:cubicBezTo>
                <a:cubicBezTo>
                  <a:pt x="5" y="107"/>
                  <a:pt x="4" y="106"/>
                  <a:pt x="3" y="106"/>
                </a:cubicBezTo>
                <a:close/>
                <a:moveTo>
                  <a:pt x="198" y="194"/>
                </a:moveTo>
                <a:cubicBezTo>
                  <a:pt x="196" y="194"/>
                  <a:pt x="194" y="196"/>
                  <a:pt x="194" y="198"/>
                </a:cubicBezTo>
                <a:cubicBezTo>
                  <a:pt x="194" y="200"/>
                  <a:pt x="196" y="202"/>
                  <a:pt x="198" y="202"/>
                </a:cubicBezTo>
                <a:cubicBezTo>
                  <a:pt x="200" y="202"/>
                  <a:pt x="202" y="200"/>
                  <a:pt x="202" y="198"/>
                </a:cubicBezTo>
                <a:cubicBezTo>
                  <a:pt x="202" y="196"/>
                  <a:pt x="200" y="194"/>
                  <a:pt x="198" y="194"/>
                </a:cubicBezTo>
                <a:close/>
                <a:moveTo>
                  <a:pt x="388" y="294"/>
                </a:moveTo>
                <a:cubicBezTo>
                  <a:pt x="384" y="294"/>
                  <a:pt x="382" y="297"/>
                  <a:pt x="382" y="300"/>
                </a:cubicBezTo>
                <a:cubicBezTo>
                  <a:pt x="382" y="304"/>
                  <a:pt x="384" y="306"/>
                  <a:pt x="388" y="306"/>
                </a:cubicBezTo>
                <a:cubicBezTo>
                  <a:pt x="391" y="306"/>
                  <a:pt x="394" y="304"/>
                  <a:pt x="394" y="300"/>
                </a:cubicBezTo>
                <a:cubicBezTo>
                  <a:pt x="394" y="297"/>
                  <a:pt x="391" y="294"/>
                  <a:pt x="388" y="294"/>
                </a:cubicBezTo>
                <a:close/>
                <a:moveTo>
                  <a:pt x="571" y="403"/>
                </a:moveTo>
                <a:cubicBezTo>
                  <a:pt x="565" y="403"/>
                  <a:pt x="560" y="407"/>
                  <a:pt x="560" y="413"/>
                </a:cubicBezTo>
                <a:cubicBezTo>
                  <a:pt x="560" y="419"/>
                  <a:pt x="565" y="424"/>
                  <a:pt x="571" y="424"/>
                </a:cubicBezTo>
                <a:cubicBezTo>
                  <a:pt x="577" y="424"/>
                  <a:pt x="582" y="419"/>
                  <a:pt x="582" y="413"/>
                </a:cubicBezTo>
                <a:cubicBezTo>
                  <a:pt x="582" y="407"/>
                  <a:pt x="577" y="403"/>
                  <a:pt x="571" y="403"/>
                </a:cubicBezTo>
                <a:close/>
                <a:moveTo>
                  <a:pt x="747" y="521"/>
                </a:moveTo>
                <a:cubicBezTo>
                  <a:pt x="737" y="521"/>
                  <a:pt x="730" y="528"/>
                  <a:pt x="730" y="538"/>
                </a:cubicBezTo>
                <a:cubicBezTo>
                  <a:pt x="730" y="547"/>
                  <a:pt x="737" y="555"/>
                  <a:pt x="747" y="555"/>
                </a:cubicBezTo>
                <a:cubicBezTo>
                  <a:pt x="756" y="555"/>
                  <a:pt x="764" y="547"/>
                  <a:pt x="764" y="538"/>
                </a:cubicBezTo>
                <a:cubicBezTo>
                  <a:pt x="764" y="528"/>
                  <a:pt x="756" y="521"/>
                  <a:pt x="747" y="521"/>
                </a:cubicBezTo>
                <a:close/>
                <a:moveTo>
                  <a:pt x="915" y="649"/>
                </a:moveTo>
                <a:cubicBezTo>
                  <a:pt x="901" y="649"/>
                  <a:pt x="891" y="660"/>
                  <a:pt x="891" y="673"/>
                </a:cubicBezTo>
                <a:cubicBezTo>
                  <a:pt x="891" y="686"/>
                  <a:pt x="901" y="697"/>
                  <a:pt x="915" y="697"/>
                </a:cubicBezTo>
                <a:cubicBezTo>
                  <a:pt x="928" y="697"/>
                  <a:pt x="939" y="686"/>
                  <a:pt x="939" y="673"/>
                </a:cubicBezTo>
                <a:cubicBezTo>
                  <a:pt x="939" y="660"/>
                  <a:pt x="928" y="649"/>
                  <a:pt x="915" y="649"/>
                </a:cubicBezTo>
                <a:close/>
                <a:moveTo>
                  <a:pt x="1074" y="788"/>
                </a:moveTo>
                <a:cubicBezTo>
                  <a:pt x="1057" y="788"/>
                  <a:pt x="1044" y="802"/>
                  <a:pt x="1044" y="818"/>
                </a:cubicBezTo>
                <a:cubicBezTo>
                  <a:pt x="1044" y="834"/>
                  <a:pt x="1057" y="848"/>
                  <a:pt x="1074" y="848"/>
                </a:cubicBezTo>
                <a:cubicBezTo>
                  <a:pt x="1090" y="848"/>
                  <a:pt x="1104" y="834"/>
                  <a:pt x="1104" y="818"/>
                </a:cubicBezTo>
                <a:cubicBezTo>
                  <a:pt x="1104" y="802"/>
                  <a:pt x="1090" y="788"/>
                  <a:pt x="1074" y="788"/>
                </a:cubicBezTo>
                <a:close/>
                <a:moveTo>
                  <a:pt x="1224" y="938"/>
                </a:moveTo>
                <a:cubicBezTo>
                  <a:pt x="1205" y="938"/>
                  <a:pt x="1190" y="954"/>
                  <a:pt x="1190" y="973"/>
                </a:cubicBezTo>
                <a:cubicBezTo>
                  <a:pt x="1190" y="992"/>
                  <a:pt x="1205" y="1007"/>
                  <a:pt x="1224" y="1007"/>
                </a:cubicBezTo>
                <a:cubicBezTo>
                  <a:pt x="1243" y="1007"/>
                  <a:pt x="1258" y="992"/>
                  <a:pt x="1258" y="973"/>
                </a:cubicBezTo>
                <a:cubicBezTo>
                  <a:pt x="1258" y="954"/>
                  <a:pt x="1243" y="938"/>
                  <a:pt x="1224" y="938"/>
                </a:cubicBezTo>
                <a:close/>
                <a:moveTo>
                  <a:pt x="1401" y="1136"/>
                </a:moveTo>
                <a:cubicBezTo>
                  <a:pt x="1401" y="1116"/>
                  <a:pt x="1384" y="1099"/>
                  <a:pt x="1364" y="1099"/>
                </a:cubicBezTo>
                <a:cubicBezTo>
                  <a:pt x="1343" y="1099"/>
                  <a:pt x="1327" y="1116"/>
                  <a:pt x="1327" y="1136"/>
                </a:cubicBezTo>
                <a:cubicBezTo>
                  <a:pt x="1327" y="1157"/>
                  <a:pt x="1343" y="1173"/>
                  <a:pt x="1364" y="1173"/>
                </a:cubicBezTo>
                <a:cubicBezTo>
                  <a:pt x="1384" y="1173"/>
                  <a:pt x="1401" y="1157"/>
                  <a:pt x="1401" y="1136"/>
                </a:cubicBezTo>
                <a:close/>
                <a:moveTo>
                  <a:pt x="1494" y="1267"/>
                </a:moveTo>
                <a:cubicBezTo>
                  <a:pt x="1471" y="1267"/>
                  <a:pt x="1453" y="1285"/>
                  <a:pt x="1453" y="1308"/>
                </a:cubicBezTo>
                <a:cubicBezTo>
                  <a:pt x="1453" y="1331"/>
                  <a:pt x="1471" y="1349"/>
                  <a:pt x="1494" y="1349"/>
                </a:cubicBezTo>
                <a:cubicBezTo>
                  <a:pt x="1516" y="1349"/>
                  <a:pt x="1535" y="1331"/>
                  <a:pt x="1535" y="1308"/>
                </a:cubicBezTo>
                <a:cubicBezTo>
                  <a:pt x="1535" y="1285"/>
                  <a:pt x="1516" y="1267"/>
                  <a:pt x="1494" y="1267"/>
                </a:cubicBezTo>
                <a:close/>
                <a:moveTo>
                  <a:pt x="1613" y="1441"/>
                </a:moveTo>
                <a:cubicBezTo>
                  <a:pt x="1587" y="1441"/>
                  <a:pt x="1566" y="1462"/>
                  <a:pt x="1566" y="1488"/>
                </a:cubicBezTo>
                <a:cubicBezTo>
                  <a:pt x="1566" y="1513"/>
                  <a:pt x="1587" y="1534"/>
                  <a:pt x="1613" y="1534"/>
                </a:cubicBezTo>
                <a:cubicBezTo>
                  <a:pt x="1638" y="1534"/>
                  <a:pt x="1659" y="1513"/>
                  <a:pt x="1659" y="1488"/>
                </a:cubicBezTo>
                <a:cubicBezTo>
                  <a:pt x="1659" y="1462"/>
                  <a:pt x="1638" y="1441"/>
                  <a:pt x="1613" y="1441"/>
                </a:cubicBezTo>
                <a:close/>
                <a:moveTo>
                  <a:pt x="1720" y="1727"/>
                </a:moveTo>
                <a:cubicBezTo>
                  <a:pt x="1750" y="1727"/>
                  <a:pt x="1773" y="1704"/>
                  <a:pt x="1773" y="1674"/>
                </a:cubicBezTo>
                <a:cubicBezTo>
                  <a:pt x="1773" y="1645"/>
                  <a:pt x="1750" y="1621"/>
                  <a:pt x="1720" y="1621"/>
                </a:cubicBezTo>
                <a:cubicBezTo>
                  <a:pt x="1691" y="1621"/>
                  <a:pt x="1667" y="1645"/>
                  <a:pt x="1667" y="1674"/>
                </a:cubicBezTo>
                <a:cubicBezTo>
                  <a:pt x="1667" y="1704"/>
                  <a:pt x="1691" y="1727"/>
                  <a:pt x="1720" y="1727"/>
                </a:cubicBezTo>
                <a:close/>
                <a:moveTo>
                  <a:pt x="1875" y="1867"/>
                </a:moveTo>
                <a:cubicBezTo>
                  <a:pt x="1875" y="1835"/>
                  <a:pt x="1849" y="1808"/>
                  <a:pt x="1816" y="1808"/>
                </a:cubicBezTo>
                <a:cubicBezTo>
                  <a:pt x="1784" y="1808"/>
                  <a:pt x="1758" y="1835"/>
                  <a:pt x="1758" y="1867"/>
                </a:cubicBezTo>
                <a:cubicBezTo>
                  <a:pt x="1758" y="1899"/>
                  <a:pt x="1784" y="1926"/>
                  <a:pt x="1816" y="1926"/>
                </a:cubicBezTo>
                <a:cubicBezTo>
                  <a:pt x="1849" y="1926"/>
                  <a:pt x="1875" y="1899"/>
                  <a:pt x="1875" y="1867"/>
                </a:cubicBezTo>
                <a:close/>
                <a:moveTo>
                  <a:pt x="1836" y="2065"/>
                </a:moveTo>
                <a:cubicBezTo>
                  <a:pt x="1836" y="2101"/>
                  <a:pt x="1865" y="2129"/>
                  <a:pt x="1900" y="2129"/>
                </a:cubicBezTo>
                <a:cubicBezTo>
                  <a:pt x="1936" y="2129"/>
                  <a:pt x="1964" y="2101"/>
                  <a:pt x="1964" y="2065"/>
                </a:cubicBezTo>
                <a:cubicBezTo>
                  <a:pt x="1964" y="2030"/>
                  <a:pt x="1936" y="2002"/>
                  <a:pt x="1900" y="2002"/>
                </a:cubicBezTo>
                <a:cubicBezTo>
                  <a:pt x="1865" y="2002"/>
                  <a:pt x="1836" y="2030"/>
                  <a:pt x="1836" y="2065"/>
                </a:cubicBezTo>
                <a:close/>
                <a:moveTo>
                  <a:pt x="1972" y="2202"/>
                </a:moveTo>
                <a:cubicBezTo>
                  <a:pt x="1935" y="2202"/>
                  <a:pt x="1906" y="2232"/>
                  <a:pt x="1906" y="2269"/>
                </a:cubicBezTo>
                <a:cubicBezTo>
                  <a:pt x="1906" y="2305"/>
                  <a:pt x="1935" y="2335"/>
                  <a:pt x="1972" y="2335"/>
                </a:cubicBezTo>
                <a:cubicBezTo>
                  <a:pt x="2008" y="2335"/>
                  <a:pt x="2038" y="2305"/>
                  <a:pt x="2038" y="2269"/>
                </a:cubicBezTo>
                <a:cubicBezTo>
                  <a:pt x="2038" y="2232"/>
                  <a:pt x="2008" y="2202"/>
                  <a:pt x="1972" y="2202"/>
                </a:cubicBezTo>
                <a:close/>
                <a:moveTo>
                  <a:pt x="2031" y="2410"/>
                </a:moveTo>
                <a:cubicBezTo>
                  <a:pt x="1994" y="2410"/>
                  <a:pt x="1965" y="2439"/>
                  <a:pt x="1965" y="2476"/>
                </a:cubicBezTo>
                <a:cubicBezTo>
                  <a:pt x="1965" y="2512"/>
                  <a:pt x="1994" y="2542"/>
                  <a:pt x="2031" y="2542"/>
                </a:cubicBezTo>
                <a:cubicBezTo>
                  <a:pt x="2067" y="2542"/>
                  <a:pt x="2097" y="2512"/>
                  <a:pt x="2097" y="2476"/>
                </a:cubicBezTo>
                <a:cubicBezTo>
                  <a:pt x="2097" y="2439"/>
                  <a:pt x="2067" y="2410"/>
                  <a:pt x="2031" y="2410"/>
                </a:cubicBezTo>
                <a:close/>
                <a:moveTo>
                  <a:pt x="2077" y="2621"/>
                </a:moveTo>
                <a:cubicBezTo>
                  <a:pt x="2041" y="2621"/>
                  <a:pt x="2012" y="2650"/>
                  <a:pt x="2012" y="2686"/>
                </a:cubicBezTo>
                <a:cubicBezTo>
                  <a:pt x="2012" y="2722"/>
                  <a:pt x="2041" y="2751"/>
                  <a:pt x="2077" y="2751"/>
                </a:cubicBezTo>
                <a:cubicBezTo>
                  <a:pt x="2113" y="2751"/>
                  <a:pt x="2142" y="2722"/>
                  <a:pt x="2142" y="2686"/>
                </a:cubicBezTo>
                <a:cubicBezTo>
                  <a:pt x="2142" y="2650"/>
                  <a:pt x="2113" y="2621"/>
                  <a:pt x="2077" y="2621"/>
                </a:cubicBezTo>
                <a:close/>
                <a:moveTo>
                  <a:pt x="2110" y="2836"/>
                </a:moveTo>
                <a:cubicBezTo>
                  <a:pt x="2075" y="2836"/>
                  <a:pt x="2047" y="2864"/>
                  <a:pt x="2047" y="2899"/>
                </a:cubicBezTo>
                <a:cubicBezTo>
                  <a:pt x="2047" y="2934"/>
                  <a:pt x="2075" y="2962"/>
                  <a:pt x="2110" y="2962"/>
                </a:cubicBezTo>
                <a:cubicBezTo>
                  <a:pt x="2145" y="2962"/>
                  <a:pt x="2173" y="2934"/>
                  <a:pt x="2173" y="2899"/>
                </a:cubicBezTo>
                <a:cubicBezTo>
                  <a:pt x="2173" y="2864"/>
                  <a:pt x="2145" y="2836"/>
                  <a:pt x="2110" y="2836"/>
                </a:cubicBezTo>
                <a:close/>
                <a:moveTo>
                  <a:pt x="2130" y="3054"/>
                </a:moveTo>
                <a:cubicBezTo>
                  <a:pt x="2097" y="3054"/>
                  <a:pt x="2071" y="3081"/>
                  <a:pt x="2071" y="3113"/>
                </a:cubicBezTo>
                <a:cubicBezTo>
                  <a:pt x="2071" y="3146"/>
                  <a:pt x="2097" y="3173"/>
                  <a:pt x="2130" y="3173"/>
                </a:cubicBezTo>
                <a:cubicBezTo>
                  <a:pt x="2163" y="3173"/>
                  <a:pt x="2189" y="3146"/>
                  <a:pt x="2189" y="3113"/>
                </a:cubicBezTo>
                <a:cubicBezTo>
                  <a:pt x="2189" y="3081"/>
                  <a:pt x="2163" y="3054"/>
                  <a:pt x="2130" y="3054"/>
                </a:cubicBezTo>
                <a:close/>
                <a:moveTo>
                  <a:pt x="2342" y="3263"/>
                </a:moveTo>
                <a:cubicBezTo>
                  <a:pt x="2306" y="3263"/>
                  <a:pt x="2277" y="3292"/>
                  <a:pt x="2277" y="3329"/>
                </a:cubicBezTo>
                <a:cubicBezTo>
                  <a:pt x="2277" y="3365"/>
                  <a:pt x="2306" y="3394"/>
                  <a:pt x="2342" y="3394"/>
                </a:cubicBezTo>
                <a:cubicBezTo>
                  <a:pt x="2378" y="3394"/>
                  <a:pt x="2408" y="3365"/>
                  <a:pt x="2408" y="3329"/>
                </a:cubicBezTo>
                <a:cubicBezTo>
                  <a:pt x="2408" y="3292"/>
                  <a:pt x="2378" y="3263"/>
                  <a:pt x="2342" y="3263"/>
                </a:cubicBezTo>
                <a:close/>
                <a:moveTo>
                  <a:pt x="2399" y="3544"/>
                </a:moveTo>
                <a:cubicBezTo>
                  <a:pt x="2399" y="3509"/>
                  <a:pt x="2371" y="3481"/>
                  <a:pt x="2336" y="3481"/>
                </a:cubicBezTo>
                <a:cubicBezTo>
                  <a:pt x="2301" y="3481"/>
                  <a:pt x="2273" y="3509"/>
                  <a:pt x="2273" y="3544"/>
                </a:cubicBezTo>
                <a:cubicBezTo>
                  <a:pt x="2273" y="3579"/>
                  <a:pt x="2301" y="3607"/>
                  <a:pt x="2336" y="3607"/>
                </a:cubicBezTo>
                <a:cubicBezTo>
                  <a:pt x="2371" y="3607"/>
                  <a:pt x="2399" y="3579"/>
                  <a:pt x="2399" y="3544"/>
                </a:cubicBezTo>
                <a:close/>
                <a:moveTo>
                  <a:pt x="2378" y="3759"/>
                </a:moveTo>
                <a:cubicBezTo>
                  <a:pt x="2378" y="3725"/>
                  <a:pt x="2351" y="3698"/>
                  <a:pt x="2317" y="3698"/>
                </a:cubicBezTo>
                <a:cubicBezTo>
                  <a:pt x="2283" y="3698"/>
                  <a:pt x="2256" y="3725"/>
                  <a:pt x="2256" y="3759"/>
                </a:cubicBezTo>
                <a:cubicBezTo>
                  <a:pt x="2256" y="3792"/>
                  <a:pt x="2283" y="3820"/>
                  <a:pt x="2317" y="3820"/>
                </a:cubicBezTo>
                <a:cubicBezTo>
                  <a:pt x="2351" y="3820"/>
                  <a:pt x="2378" y="3792"/>
                  <a:pt x="2378" y="3759"/>
                </a:cubicBezTo>
                <a:close/>
                <a:moveTo>
                  <a:pt x="2228" y="3972"/>
                </a:moveTo>
                <a:cubicBezTo>
                  <a:pt x="2228" y="4004"/>
                  <a:pt x="2254" y="4029"/>
                  <a:pt x="2286" y="4029"/>
                </a:cubicBezTo>
                <a:cubicBezTo>
                  <a:pt x="2318" y="4029"/>
                  <a:pt x="2344" y="4004"/>
                  <a:pt x="2344" y="3972"/>
                </a:cubicBezTo>
                <a:cubicBezTo>
                  <a:pt x="2344" y="3940"/>
                  <a:pt x="2318" y="3914"/>
                  <a:pt x="2286" y="3914"/>
                </a:cubicBezTo>
                <a:cubicBezTo>
                  <a:pt x="2254" y="3914"/>
                  <a:pt x="2228" y="3940"/>
                  <a:pt x="2228" y="3972"/>
                </a:cubicBezTo>
                <a:close/>
                <a:moveTo>
                  <a:pt x="2296" y="4183"/>
                </a:moveTo>
                <a:cubicBezTo>
                  <a:pt x="2296" y="4153"/>
                  <a:pt x="2272" y="4129"/>
                  <a:pt x="2242" y="4129"/>
                </a:cubicBezTo>
                <a:cubicBezTo>
                  <a:pt x="2213" y="4129"/>
                  <a:pt x="2189" y="4153"/>
                  <a:pt x="2189" y="4183"/>
                </a:cubicBezTo>
                <a:cubicBezTo>
                  <a:pt x="2189" y="4212"/>
                  <a:pt x="2213" y="4236"/>
                  <a:pt x="2242" y="4236"/>
                </a:cubicBezTo>
                <a:cubicBezTo>
                  <a:pt x="2272" y="4236"/>
                  <a:pt x="2296" y="4212"/>
                  <a:pt x="2296" y="4183"/>
                </a:cubicBezTo>
                <a:close/>
                <a:moveTo>
                  <a:pt x="2236" y="4391"/>
                </a:moveTo>
                <a:cubicBezTo>
                  <a:pt x="2236" y="4364"/>
                  <a:pt x="2214" y="4342"/>
                  <a:pt x="2187" y="4342"/>
                </a:cubicBezTo>
                <a:cubicBezTo>
                  <a:pt x="2160" y="4342"/>
                  <a:pt x="2138" y="4364"/>
                  <a:pt x="2138" y="4391"/>
                </a:cubicBezTo>
                <a:cubicBezTo>
                  <a:pt x="2138" y="4418"/>
                  <a:pt x="2160" y="4440"/>
                  <a:pt x="2187" y="4440"/>
                </a:cubicBezTo>
                <a:cubicBezTo>
                  <a:pt x="2214" y="4440"/>
                  <a:pt x="2236" y="4418"/>
                  <a:pt x="2236" y="4391"/>
                </a:cubicBezTo>
                <a:close/>
                <a:moveTo>
                  <a:pt x="2119" y="4640"/>
                </a:moveTo>
                <a:cubicBezTo>
                  <a:pt x="2143" y="4640"/>
                  <a:pt x="2163" y="4620"/>
                  <a:pt x="2163" y="4595"/>
                </a:cubicBezTo>
                <a:cubicBezTo>
                  <a:pt x="2163" y="4571"/>
                  <a:pt x="2143" y="4551"/>
                  <a:pt x="2119" y="4551"/>
                </a:cubicBezTo>
                <a:cubicBezTo>
                  <a:pt x="2094" y="4551"/>
                  <a:pt x="2074" y="4571"/>
                  <a:pt x="2074" y="4595"/>
                </a:cubicBezTo>
                <a:cubicBezTo>
                  <a:pt x="2074" y="4620"/>
                  <a:pt x="2094" y="4640"/>
                  <a:pt x="2119" y="4640"/>
                </a:cubicBezTo>
                <a:close/>
                <a:moveTo>
                  <a:pt x="2039" y="4835"/>
                </a:moveTo>
                <a:cubicBezTo>
                  <a:pt x="2061" y="4835"/>
                  <a:pt x="2079" y="4817"/>
                  <a:pt x="2079" y="4795"/>
                </a:cubicBezTo>
                <a:cubicBezTo>
                  <a:pt x="2079" y="4774"/>
                  <a:pt x="2061" y="4756"/>
                  <a:pt x="2039" y="4756"/>
                </a:cubicBezTo>
                <a:cubicBezTo>
                  <a:pt x="2018" y="4756"/>
                  <a:pt x="2000" y="4774"/>
                  <a:pt x="2000" y="4795"/>
                </a:cubicBezTo>
                <a:cubicBezTo>
                  <a:pt x="2000" y="4817"/>
                  <a:pt x="2018" y="4835"/>
                  <a:pt x="2039" y="4835"/>
                </a:cubicBezTo>
                <a:close/>
                <a:moveTo>
                  <a:pt x="1982" y="4991"/>
                </a:moveTo>
                <a:cubicBezTo>
                  <a:pt x="1982" y="4972"/>
                  <a:pt x="1967" y="4957"/>
                  <a:pt x="1948" y="4957"/>
                </a:cubicBezTo>
                <a:cubicBezTo>
                  <a:pt x="1930" y="4957"/>
                  <a:pt x="1915" y="4972"/>
                  <a:pt x="1915" y="4991"/>
                </a:cubicBezTo>
                <a:cubicBezTo>
                  <a:pt x="1915" y="5009"/>
                  <a:pt x="1930" y="5024"/>
                  <a:pt x="1948" y="5024"/>
                </a:cubicBezTo>
                <a:cubicBezTo>
                  <a:pt x="1967" y="5024"/>
                  <a:pt x="1982" y="5009"/>
                  <a:pt x="1982" y="4991"/>
                </a:cubicBezTo>
                <a:close/>
                <a:moveTo>
                  <a:pt x="1818" y="5180"/>
                </a:moveTo>
                <a:cubicBezTo>
                  <a:pt x="1818" y="5196"/>
                  <a:pt x="1831" y="5208"/>
                  <a:pt x="1846" y="5208"/>
                </a:cubicBezTo>
                <a:cubicBezTo>
                  <a:pt x="1862" y="5208"/>
                  <a:pt x="1874" y="5196"/>
                  <a:pt x="1874" y="5180"/>
                </a:cubicBezTo>
                <a:cubicBezTo>
                  <a:pt x="1874" y="5165"/>
                  <a:pt x="1862" y="5152"/>
                  <a:pt x="1846" y="5152"/>
                </a:cubicBezTo>
                <a:cubicBezTo>
                  <a:pt x="1831" y="5152"/>
                  <a:pt x="1818" y="5165"/>
                  <a:pt x="1818" y="5180"/>
                </a:cubicBezTo>
                <a:close/>
                <a:moveTo>
                  <a:pt x="1733" y="5385"/>
                </a:moveTo>
                <a:cubicBezTo>
                  <a:pt x="1745" y="5385"/>
                  <a:pt x="1755" y="5375"/>
                  <a:pt x="1755" y="5363"/>
                </a:cubicBezTo>
                <a:cubicBezTo>
                  <a:pt x="1755" y="5351"/>
                  <a:pt x="1745" y="5342"/>
                  <a:pt x="1733" y="5342"/>
                </a:cubicBezTo>
                <a:cubicBezTo>
                  <a:pt x="1721" y="5342"/>
                  <a:pt x="1711" y="5351"/>
                  <a:pt x="1711" y="5363"/>
                </a:cubicBezTo>
                <a:cubicBezTo>
                  <a:pt x="1711" y="5375"/>
                  <a:pt x="1721" y="5385"/>
                  <a:pt x="1733" y="5385"/>
                </a:cubicBezTo>
                <a:close/>
                <a:moveTo>
                  <a:pt x="1610" y="5525"/>
                </a:moveTo>
                <a:cubicBezTo>
                  <a:pt x="1601" y="5525"/>
                  <a:pt x="1594" y="5531"/>
                  <a:pt x="1594" y="5540"/>
                </a:cubicBezTo>
                <a:cubicBezTo>
                  <a:pt x="1594" y="5548"/>
                  <a:pt x="1601" y="5555"/>
                  <a:pt x="1610" y="5555"/>
                </a:cubicBezTo>
                <a:cubicBezTo>
                  <a:pt x="1618" y="5555"/>
                  <a:pt x="1625" y="5548"/>
                  <a:pt x="1625" y="5540"/>
                </a:cubicBezTo>
                <a:cubicBezTo>
                  <a:pt x="1625" y="5531"/>
                  <a:pt x="1618" y="5525"/>
                  <a:pt x="1610" y="5525"/>
                </a:cubicBezTo>
                <a:close/>
                <a:moveTo>
                  <a:pt x="1476" y="5700"/>
                </a:moveTo>
                <a:cubicBezTo>
                  <a:pt x="1471" y="5700"/>
                  <a:pt x="1467" y="5704"/>
                  <a:pt x="1467" y="5709"/>
                </a:cubicBezTo>
                <a:cubicBezTo>
                  <a:pt x="1467" y="5714"/>
                  <a:pt x="1471" y="5718"/>
                  <a:pt x="1476" y="5718"/>
                </a:cubicBezTo>
                <a:cubicBezTo>
                  <a:pt x="1481" y="5718"/>
                  <a:pt x="1485" y="5714"/>
                  <a:pt x="1485" y="5709"/>
                </a:cubicBezTo>
                <a:cubicBezTo>
                  <a:pt x="1485" y="5704"/>
                  <a:pt x="1481" y="5700"/>
                  <a:pt x="1476" y="5700"/>
                </a:cubicBezTo>
                <a:close/>
                <a:moveTo>
                  <a:pt x="1333" y="5865"/>
                </a:moveTo>
                <a:cubicBezTo>
                  <a:pt x="1330" y="5865"/>
                  <a:pt x="1328" y="5867"/>
                  <a:pt x="1328" y="5870"/>
                </a:cubicBezTo>
                <a:cubicBezTo>
                  <a:pt x="1328" y="5872"/>
                  <a:pt x="1330" y="5874"/>
                  <a:pt x="1333" y="5874"/>
                </a:cubicBezTo>
                <a:cubicBezTo>
                  <a:pt x="1335" y="5874"/>
                  <a:pt x="1337" y="5872"/>
                  <a:pt x="1337" y="5870"/>
                </a:cubicBezTo>
                <a:cubicBezTo>
                  <a:pt x="1337" y="5867"/>
                  <a:pt x="1335" y="5865"/>
                  <a:pt x="1333" y="5865"/>
                </a:cubicBezTo>
                <a:close/>
                <a:moveTo>
                  <a:pt x="1180" y="6020"/>
                </a:moveTo>
                <a:cubicBezTo>
                  <a:pt x="1179" y="6020"/>
                  <a:pt x="1178" y="6021"/>
                  <a:pt x="1178" y="6022"/>
                </a:cubicBezTo>
                <a:cubicBezTo>
                  <a:pt x="1178" y="6023"/>
                  <a:pt x="1179" y="6024"/>
                  <a:pt x="1180" y="6024"/>
                </a:cubicBezTo>
                <a:cubicBezTo>
                  <a:pt x="1182" y="6024"/>
                  <a:pt x="1183" y="6023"/>
                  <a:pt x="1183" y="6022"/>
                </a:cubicBezTo>
                <a:cubicBezTo>
                  <a:pt x="1183" y="6021"/>
                  <a:pt x="1182" y="6020"/>
                  <a:pt x="1180" y="6020"/>
                </a:cubicBezTo>
                <a:close/>
                <a:moveTo>
                  <a:pt x="1020" y="6164"/>
                </a:moveTo>
                <a:cubicBezTo>
                  <a:pt x="1019" y="6164"/>
                  <a:pt x="1018" y="6164"/>
                  <a:pt x="1018" y="6165"/>
                </a:cubicBezTo>
                <a:cubicBezTo>
                  <a:pt x="1018" y="6166"/>
                  <a:pt x="1019" y="6167"/>
                  <a:pt x="1020" y="6167"/>
                </a:cubicBezTo>
                <a:cubicBezTo>
                  <a:pt x="1020" y="6167"/>
                  <a:pt x="1021" y="6166"/>
                  <a:pt x="1021" y="6165"/>
                </a:cubicBezTo>
                <a:cubicBezTo>
                  <a:pt x="1021" y="6164"/>
                  <a:pt x="1020" y="6164"/>
                  <a:pt x="1020" y="6164"/>
                </a:cubicBezTo>
                <a:close/>
                <a:moveTo>
                  <a:pt x="301" y="18"/>
                </a:moveTo>
                <a:cubicBezTo>
                  <a:pt x="300" y="18"/>
                  <a:pt x="299" y="19"/>
                  <a:pt x="299" y="20"/>
                </a:cubicBezTo>
                <a:cubicBezTo>
                  <a:pt x="299" y="21"/>
                  <a:pt x="300" y="21"/>
                  <a:pt x="301" y="21"/>
                </a:cubicBezTo>
                <a:cubicBezTo>
                  <a:pt x="302" y="21"/>
                  <a:pt x="303" y="21"/>
                  <a:pt x="303" y="20"/>
                </a:cubicBezTo>
                <a:cubicBezTo>
                  <a:pt x="303" y="19"/>
                  <a:pt x="302" y="18"/>
                  <a:pt x="301" y="18"/>
                </a:cubicBezTo>
                <a:close/>
                <a:moveTo>
                  <a:pt x="491" y="120"/>
                </a:moveTo>
                <a:cubicBezTo>
                  <a:pt x="490" y="120"/>
                  <a:pt x="489" y="121"/>
                  <a:pt x="489" y="122"/>
                </a:cubicBezTo>
                <a:cubicBezTo>
                  <a:pt x="489" y="123"/>
                  <a:pt x="490" y="124"/>
                  <a:pt x="491" y="124"/>
                </a:cubicBezTo>
                <a:cubicBezTo>
                  <a:pt x="492" y="124"/>
                  <a:pt x="493" y="123"/>
                  <a:pt x="493" y="122"/>
                </a:cubicBezTo>
                <a:cubicBezTo>
                  <a:pt x="493" y="121"/>
                  <a:pt x="492" y="120"/>
                  <a:pt x="491" y="120"/>
                </a:cubicBezTo>
                <a:close/>
                <a:moveTo>
                  <a:pt x="674" y="233"/>
                </a:moveTo>
                <a:cubicBezTo>
                  <a:pt x="673" y="233"/>
                  <a:pt x="672" y="234"/>
                  <a:pt x="672" y="235"/>
                </a:cubicBezTo>
                <a:cubicBezTo>
                  <a:pt x="672" y="236"/>
                  <a:pt x="673" y="237"/>
                  <a:pt x="674" y="237"/>
                </a:cubicBezTo>
                <a:cubicBezTo>
                  <a:pt x="675" y="237"/>
                  <a:pt x="676" y="236"/>
                  <a:pt x="676" y="235"/>
                </a:cubicBezTo>
                <a:cubicBezTo>
                  <a:pt x="676" y="234"/>
                  <a:pt x="675" y="233"/>
                  <a:pt x="674" y="233"/>
                </a:cubicBezTo>
                <a:close/>
                <a:moveTo>
                  <a:pt x="851" y="355"/>
                </a:moveTo>
                <a:cubicBezTo>
                  <a:pt x="849" y="355"/>
                  <a:pt x="847" y="357"/>
                  <a:pt x="847" y="359"/>
                </a:cubicBezTo>
                <a:cubicBezTo>
                  <a:pt x="847" y="360"/>
                  <a:pt x="849" y="362"/>
                  <a:pt x="851" y="362"/>
                </a:cubicBezTo>
                <a:cubicBezTo>
                  <a:pt x="852" y="362"/>
                  <a:pt x="854" y="360"/>
                  <a:pt x="854" y="359"/>
                </a:cubicBezTo>
                <a:cubicBezTo>
                  <a:pt x="854" y="357"/>
                  <a:pt x="852" y="355"/>
                  <a:pt x="851" y="355"/>
                </a:cubicBezTo>
                <a:close/>
                <a:moveTo>
                  <a:pt x="1020" y="488"/>
                </a:moveTo>
                <a:cubicBezTo>
                  <a:pt x="1017" y="488"/>
                  <a:pt x="1015" y="490"/>
                  <a:pt x="1015" y="492"/>
                </a:cubicBezTo>
                <a:cubicBezTo>
                  <a:pt x="1015" y="495"/>
                  <a:pt x="1017" y="497"/>
                  <a:pt x="1020" y="497"/>
                </a:cubicBezTo>
                <a:cubicBezTo>
                  <a:pt x="1022" y="497"/>
                  <a:pt x="1024" y="495"/>
                  <a:pt x="1024" y="492"/>
                </a:cubicBezTo>
                <a:cubicBezTo>
                  <a:pt x="1024" y="490"/>
                  <a:pt x="1022" y="488"/>
                  <a:pt x="1020" y="488"/>
                </a:cubicBezTo>
                <a:close/>
                <a:moveTo>
                  <a:pt x="1180" y="627"/>
                </a:moveTo>
                <a:cubicBezTo>
                  <a:pt x="1176" y="627"/>
                  <a:pt x="1172" y="631"/>
                  <a:pt x="1172" y="635"/>
                </a:cubicBezTo>
                <a:cubicBezTo>
                  <a:pt x="1172" y="640"/>
                  <a:pt x="1176" y="644"/>
                  <a:pt x="1180" y="644"/>
                </a:cubicBezTo>
                <a:cubicBezTo>
                  <a:pt x="1185" y="644"/>
                  <a:pt x="1189" y="640"/>
                  <a:pt x="1189" y="635"/>
                </a:cubicBezTo>
                <a:cubicBezTo>
                  <a:pt x="1189" y="631"/>
                  <a:pt x="1185" y="627"/>
                  <a:pt x="1180" y="627"/>
                </a:cubicBezTo>
                <a:close/>
                <a:moveTo>
                  <a:pt x="1346" y="788"/>
                </a:moveTo>
                <a:cubicBezTo>
                  <a:pt x="1346" y="780"/>
                  <a:pt x="1340" y="775"/>
                  <a:pt x="1333" y="775"/>
                </a:cubicBezTo>
                <a:cubicBezTo>
                  <a:pt x="1325" y="775"/>
                  <a:pt x="1320" y="780"/>
                  <a:pt x="1320" y="788"/>
                </a:cubicBezTo>
                <a:cubicBezTo>
                  <a:pt x="1320" y="795"/>
                  <a:pt x="1325" y="801"/>
                  <a:pt x="1333" y="801"/>
                </a:cubicBezTo>
                <a:cubicBezTo>
                  <a:pt x="1340" y="801"/>
                  <a:pt x="1346" y="795"/>
                  <a:pt x="1346" y="788"/>
                </a:cubicBezTo>
                <a:close/>
                <a:moveTo>
                  <a:pt x="1476" y="969"/>
                </a:moveTo>
                <a:cubicBezTo>
                  <a:pt x="1487" y="969"/>
                  <a:pt x="1496" y="960"/>
                  <a:pt x="1496" y="949"/>
                </a:cubicBezTo>
                <a:cubicBezTo>
                  <a:pt x="1496" y="938"/>
                  <a:pt x="1487" y="929"/>
                  <a:pt x="1476" y="929"/>
                </a:cubicBezTo>
                <a:cubicBezTo>
                  <a:pt x="1465" y="929"/>
                  <a:pt x="1456" y="938"/>
                  <a:pt x="1456" y="949"/>
                </a:cubicBezTo>
                <a:cubicBezTo>
                  <a:pt x="1456" y="960"/>
                  <a:pt x="1465" y="969"/>
                  <a:pt x="1476" y="969"/>
                </a:cubicBezTo>
                <a:close/>
                <a:moveTo>
                  <a:pt x="1610" y="1144"/>
                </a:moveTo>
                <a:cubicBezTo>
                  <a:pt x="1624" y="1144"/>
                  <a:pt x="1636" y="1132"/>
                  <a:pt x="1636" y="1118"/>
                </a:cubicBezTo>
                <a:cubicBezTo>
                  <a:pt x="1636" y="1103"/>
                  <a:pt x="1624" y="1091"/>
                  <a:pt x="1610" y="1091"/>
                </a:cubicBezTo>
                <a:cubicBezTo>
                  <a:pt x="1595" y="1091"/>
                  <a:pt x="1583" y="1103"/>
                  <a:pt x="1583" y="1118"/>
                </a:cubicBezTo>
                <a:cubicBezTo>
                  <a:pt x="1583" y="1132"/>
                  <a:pt x="1595" y="1144"/>
                  <a:pt x="1610" y="1144"/>
                </a:cubicBezTo>
                <a:close/>
                <a:moveTo>
                  <a:pt x="1733" y="1325"/>
                </a:moveTo>
                <a:cubicBezTo>
                  <a:pt x="1750" y="1325"/>
                  <a:pt x="1764" y="1311"/>
                  <a:pt x="1764" y="1294"/>
                </a:cubicBezTo>
                <a:cubicBezTo>
                  <a:pt x="1764" y="1277"/>
                  <a:pt x="1750" y="1263"/>
                  <a:pt x="1733" y="1263"/>
                </a:cubicBezTo>
                <a:cubicBezTo>
                  <a:pt x="1716" y="1263"/>
                  <a:pt x="1702" y="1277"/>
                  <a:pt x="1702" y="1294"/>
                </a:cubicBezTo>
                <a:cubicBezTo>
                  <a:pt x="1702" y="1311"/>
                  <a:pt x="1716" y="1325"/>
                  <a:pt x="1733" y="1325"/>
                </a:cubicBezTo>
                <a:close/>
                <a:moveTo>
                  <a:pt x="1846" y="1512"/>
                </a:moveTo>
                <a:cubicBezTo>
                  <a:pt x="1865" y="1512"/>
                  <a:pt x="1881" y="1497"/>
                  <a:pt x="1881" y="1477"/>
                </a:cubicBezTo>
                <a:cubicBezTo>
                  <a:pt x="1881" y="1458"/>
                  <a:pt x="1865" y="1442"/>
                  <a:pt x="1846" y="1442"/>
                </a:cubicBezTo>
                <a:cubicBezTo>
                  <a:pt x="1827" y="1442"/>
                  <a:pt x="1811" y="1458"/>
                  <a:pt x="1811" y="1477"/>
                </a:cubicBezTo>
                <a:cubicBezTo>
                  <a:pt x="1811" y="1497"/>
                  <a:pt x="1827" y="1512"/>
                  <a:pt x="1846" y="1512"/>
                </a:cubicBezTo>
                <a:close/>
                <a:moveTo>
                  <a:pt x="1948" y="1705"/>
                </a:moveTo>
                <a:cubicBezTo>
                  <a:pt x="1969" y="1705"/>
                  <a:pt x="1986" y="1688"/>
                  <a:pt x="1986" y="1667"/>
                </a:cubicBezTo>
                <a:cubicBezTo>
                  <a:pt x="1986" y="1646"/>
                  <a:pt x="1969" y="1629"/>
                  <a:pt x="1948" y="1629"/>
                </a:cubicBezTo>
                <a:cubicBezTo>
                  <a:pt x="1928" y="1629"/>
                  <a:pt x="1911" y="1646"/>
                  <a:pt x="1911" y="1667"/>
                </a:cubicBezTo>
                <a:cubicBezTo>
                  <a:pt x="1911" y="1688"/>
                  <a:pt x="1928" y="1705"/>
                  <a:pt x="1948" y="1705"/>
                </a:cubicBezTo>
                <a:close/>
                <a:moveTo>
                  <a:pt x="2039" y="1904"/>
                </a:moveTo>
                <a:cubicBezTo>
                  <a:pt x="2062" y="1904"/>
                  <a:pt x="2081" y="1885"/>
                  <a:pt x="2081" y="1862"/>
                </a:cubicBezTo>
                <a:cubicBezTo>
                  <a:pt x="2081" y="1839"/>
                  <a:pt x="2062" y="1820"/>
                  <a:pt x="2039" y="1820"/>
                </a:cubicBezTo>
                <a:cubicBezTo>
                  <a:pt x="2016" y="1820"/>
                  <a:pt x="1998" y="1839"/>
                  <a:pt x="1998" y="1862"/>
                </a:cubicBezTo>
                <a:cubicBezTo>
                  <a:pt x="1998" y="1885"/>
                  <a:pt x="2016" y="1904"/>
                  <a:pt x="2039" y="1904"/>
                </a:cubicBezTo>
                <a:close/>
                <a:moveTo>
                  <a:pt x="2072" y="2062"/>
                </a:moveTo>
                <a:cubicBezTo>
                  <a:pt x="2072" y="2088"/>
                  <a:pt x="2093" y="2109"/>
                  <a:pt x="2119" y="2109"/>
                </a:cubicBezTo>
                <a:cubicBezTo>
                  <a:pt x="2145" y="2109"/>
                  <a:pt x="2166" y="2088"/>
                  <a:pt x="2166" y="2062"/>
                </a:cubicBezTo>
                <a:cubicBezTo>
                  <a:pt x="2166" y="2036"/>
                  <a:pt x="2145" y="2015"/>
                  <a:pt x="2119" y="2015"/>
                </a:cubicBezTo>
                <a:cubicBezTo>
                  <a:pt x="2093" y="2015"/>
                  <a:pt x="2072" y="2036"/>
                  <a:pt x="2072" y="2062"/>
                </a:cubicBezTo>
                <a:close/>
                <a:moveTo>
                  <a:pt x="2134" y="2267"/>
                </a:moveTo>
                <a:cubicBezTo>
                  <a:pt x="2134" y="2296"/>
                  <a:pt x="2157" y="2320"/>
                  <a:pt x="2187" y="2320"/>
                </a:cubicBezTo>
                <a:cubicBezTo>
                  <a:pt x="2216" y="2320"/>
                  <a:pt x="2240" y="2296"/>
                  <a:pt x="2240" y="2267"/>
                </a:cubicBezTo>
                <a:cubicBezTo>
                  <a:pt x="2240" y="2237"/>
                  <a:pt x="2216" y="2214"/>
                  <a:pt x="2187" y="2214"/>
                </a:cubicBezTo>
                <a:cubicBezTo>
                  <a:pt x="2157" y="2214"/>
                  <a:pt x="2134" y="2237"/>
                  <a:pt x="2134" y="2267"/>
                </a:cubicBezTo>
                <a:close/>
                <a:moveTo>
                  <a:pt x="2242" y="2416"/>
                </a:moveTo>
                <a:cubicBezTo>
                  <a:pt x="2210" y="2416"/>
                  <a:pt x="2184" y="2442"/>
                  <a:pt x="2184" y="2475"/>
                </a:cubicBezTo>
                <a:cubicBezTo>
                  <a:pt x="2184" y="2507"/>
                  <a:pt x="2210" y="2534"/>
                  <a:pt x="2242" y="2534"/>
                </a:cubicBezTo>
                <a:cubicBezTo>
                  <a:pt x="2275" y="2534"/>
                  <a:pt x="2301" y="2507"/>
                  <a:pt x="2301" y="2475"/>
                </a:cubicBezTo>
                <a:cubicBezTo>
                  <a:pt x="2301" y="2442"/>
                  <a:pt x="2275" y="2416"/>
                  <a:pt x="2242" y="2416"/>
                </a:cubicBezTo>
                <a:close/>
                <a:moveTo>
                  <a:pt x="2286" y="2622"/>
                </a:moveTo>
                <a:cubicBezTo>
                  <a:pt x="2251" y="2622"/>
                  <a:pt x="2223" y="2651"/>
                  <a:pt x="2223" y="2686"/>
                </a:cubicBezTo>
                <a:cubicBezTo>
                  <a:pt x="2223" y="2721"/>
                  <a:pt x="2251" y="2749"/>
                  <a:pt x="2286" y="2749"/>
                </a:cubicBezTo>
                <a:cubicBezTo>
                  <a:pt x="2321" y="2749"/>
                  <a:pt x="2349" y="2721"/>
                  <a:pt x="2349" y="2686"/>
                </a:cubicBezTo>
                <a:cubicBezTo>
                  <a:pt x="2349" y="2651"/>
                  <a:pt x="2321" y="2622"/>
                  <a:pt x="2286" y="2622"/>
                </a:cubicBezTo>
                <a:close/>
                <a:moveTo>
                  <a:pt x="2317" y="2833"/>
                </a:moveTo>
                <a:cubicBezTo>
                  <a:pt x="2281" y="2833"/>
                  <a:pt x="2252" y="2863"/>
                  <a:pt x="2252" y="2899"/>
                </a:cubicBezTo>
                <a:cubicBezTo>
                  <a:pt x="2252" y="2935"/>
                  <a:pt x="2281" y="2964"/>
                  <a:pt x="2317" y="2964"/>
                </a:cubicBezTo>
                <a:cubicBezTo>
                  <a:pt x="2353" y="2964"/>
                  <a:pt x="2383" y="2935"/>
                  <a:pt x="2383" y="2899"/>
                </a:cubicBezTo>
                <a:cubicBezTo>
                  <a:pt x="2383" y="2863"/>
                  <a:pt x="2353" y="2833"/>
                  <a:pt x="2317" y="2833"/>
                </a:cubicBezTo>
                <a:close/>
                <a:moveTo>
                  <a:pt x="2336" y="3047"/>
                </a:moveTo>
                <a:cubicBezTo>
                  <a:pt x="2299" y="3047"/>
                  <a:pt x="2270" y="3077"/>
                  <a:pt x="2270" y="3113"/>
                </a:cubicBezTo>
                <a:cubicBezTo>
                  <a:pt x="2270" y="3150"/>
                  <a:pt x="2299" y="3180"/>
                  <a:pt x="2336" y="3180"/>
                </a:cubicBezTo>
                <a:cubicBezTo>
                  <a:pt x="2373" y="3180"/>
                  <a:pt x="2402" y="3150"/>
                  <a:pt x="2402" y="3113"/>
                </a:cubicBezTo>
                <a:cubicBezTo>
                  <a:pt x="2402" y="3077"/>
                  <a:pt x="2373" y="3047"/>
                  <a:pt x="2336" y="3047"/>
                </a:cubicBezTo>
                <a:close/>
                <a:moveTo>
                  <a:pt x="2548" y="3267"/>
                </a:moveTo>
                <a:cubicBezTo>
                  <a:pt x="2514" y="3267"/>
                  <a:pt x="2486" y="3294"/>
                  <a:pt x="2486" y="3329"/>
                </a:cubicBezTo>
                <a:cubicBezTo>
                  <a:pt x="2486" y="3363"/>
                  <a:pt x="2514" y="3391"/>
                  <a:pt x="2548" y="3391"/>
                </a:cubicBezTo>
                <a:cubicBezTo>
                  <a:pt x="2582" y="3391"/>
                  <a:pt x="2610" y="3363"/>
                  <a:pt x="2610" y="3329"/>
                </a:cubicBezTo>
                <a:cubicBezTo>
                  <a:pt x="2610" y="3294"/>
                  <a:pt x="2582" y="3267"/>
                  <a:pt x="2548" y="3267"/>
                </a:cubicBezTo>
                <a:close/>
                <a:moveTo>
                  <a:pt x="2542" y="3479"/>
                </a:moveTo>
                <a:cubicBezTo>
                  <a:pt x="2506" y="3479"/>
                  <a:pt x="2477" y="3508"/>
                  <a:pt x="2477" y="3544"/>
                </a:cubicBezTo>
                <a:cubicBezTo>
                  <a:pt x="2477" y="3580"/>
                  <a:pt x="2506" y="3609"/>
                  <a:pt x="2542" y="3609"/>
                </a:cubicBezTo>
                <a:cubicBezTo>
                  <a:pt x="2578" y="3609"/>
                  <a:pt x="2607" y="3580"/>
                  <a:pt x="2607" y="3544"/>
                </a:cubicBezTo>
                <a:cubicBezTo>
                  <a:pt x="2607" y="3508"/>
                  <a:pt x="2578" y="3479"/>
                  <a:pt x="2542" y="3479"/>
                </a:cubicBezTo>
                <a:close/>
                <a:moveTo>
                  <a:pt x="2590" y="3759"/>
                </a:moveTo>
                <a:cubicBezTo>
                  <a:pt x="2590" y="3722"/>
                  <a:pt x="2561" y="3693"/>
                  <a:pt x="2524" y="3693"/>
                </a:cubicBezTo>
                <a:cubicBezTo>
                  <a:pt x="2488" y="3693"/>
                  <a:pt x="2458" y="3722"/>
                  <a:pt x="2458" y="3759"/>
                </a:cubicBezTo>
                <a:cubicBezTo>
                  <a:pt x="2458" y="3795"/>
                  <a:pt x="2488" y="3825"/>
                  <a:pt x="2524" y="3825"/>
                </a:cubicBezTo>
                <a:cubicBezTo>
                  <a:pt x="2561" y="3825"/>
                  <a:pt x="2590" y="3795"/>
                  <a:pt x="2590" y="3759"/>
                </a:cubicBezTo>
                <a:close/>
                <a:moveTo>
                  <a:pt x="2561" y="3972"/>
                </a:moveTo>
                <a:cubicBezTo>
                  <a:pt x="2561" y="3935"/>
                  <a:pt x="2531" y="3906"/>
                  <a:pt x="2495" y="3906"/>
                </a:cubicBezTo>
                <a:cubicBezTo>
                  <a:pt x="2458" y="3906"/>
                  <a:pt x="2428" y="3935"/>
                  <a:pt x="2428" y="3972"/>
                </a:cubicBezTo>
                <a:cubicBezTo>
                  <a:pt x="2428" y="4009"/>
                  <a:pt x="2458" y="4038"/>
                  <a:pt x="2495" y="4038"/>
                </a:cubicBezTo>
                <a:cubicBezTo>
                  <a:pt x="2531" y="4038"/>
                  <a:pt x="2561" y="4009"/>
                  <a:pt x="2561" y="3972"/>
                </a:cubicBezTo>
                <a:close/>
                <a:moveTo>
                  <a:pt x="2518" y="4183"/>
                </a:moveTo>
                <a:cubicBezTo>
                  <a:pt x="2518" y="4148"/>
                  <a:pt x="2489" y="4119"/>
                  <a:pt x="2453" y="4119"/>
                </a:cubicBezTo>
                <a:cubicBezTo>
                  <a:pt x="2418" y="4119"/>
                  <a:pt x="2389" y="4148"/>
                  <a:pt x="2389" y="4183"/>
                </a:cubicBezTo>
                <a:cubicBezTo>
                  <a:pt x="2389" y="4219"/>
                  <a:pt x="2418" y="4248"/>
                  <a:pt x="2453" y="4248"/>
                </a:cubicBezTo>
                <a:cubicBezTo>
                  <a:pt x="2489" y="4248"/>
                  <a:pt x="2518" y="4219"/>
                  <a:pt x="2518" y="4183"/>
                </a:cubicBezTo>
                <a:close/>
                <a:moveTo>
                  <a:pt x="2463" y="4392"/>
                </a:moveTo>
                <a:cubicBezTo>
                  <a:pt x="2463" y="4358"/>
                  <a:pt x="2435" y="4329"/>
                  <a:pt x="2400" y="4329"/>
                </a:cubicBezTo>
                <a:cubicBezTo>
                  <a:pt x="2366" y="4329"/>
                  <a:pt x="2338" y="4358"/>
                  <a:pt x="2338" y="4392"/>
                </a:cubicBezTo>
                <a:cubicBezTo>
                  <a:pt x="2338" y="4427"/>
                  <a:pt x="2366" y="4455"/>
                  <a:pt x="2400" y="4455"/>
                </a:cubicBezTo>
                <a:cubicBezTo>
                  <a:pt x="2435" y="4455"/>
                  <a:pt x="2463" y="4427"/>
                  <a:pt x="2463" y="4392"/>
                </a:cubicBezTo>
                <a:close/>
                <a:moveTo>
                  <a:pt x="2336" y="4657"/>
                </a:moveTo>
                <a:cubicBezTo>
                  <a:pt x="2369" y="4657"/>
                  <a:pt x="2395" y="4631"/>
                  <a:pt x="2395" y="4598"/>
                </a:cubicBezTo>
                <a:cubicBezTo>
                  <a:pt x="2395" y="4565"/>
                  <a:pt x="2369" y="4538"/>
                  <a:pt x="2336" y="4538"/>
                </a:cubicBezTo>
                <a:cubicBezTo>
                  <a:pt x="2303" y="4538"/>
                  <a:pt x="2277" y="4565"/>
                  <a:pt x="2277" y="4598"/>
                </a:cubicBezTo>
                <a:cubicBezTo>
                  <a:pt x="2277" y="4631"/>
                  <a:pt x="2303" y="4657"/>
                  <a:pt x="2336" y="4657"/>
                </a:cubicBezTo>
                <a:close/>
                <a:moveTo>
                  <a:pt x="2317" y="4800"/>
                </a:moveTo>
                <a:cubicBezTo>
                  <a:pt x="2317" y="4769"/>
                  <a:pt x="2292" y="4744"/>
                  <a:pt x="2261" y="4744"/>
                </a:cubicBezTo>
                <a:cubicBezTo>
                  <a:pt x="2230" y="4744"/>
                  <a:pt x="2205" y="4769"/>
                  <a:pt x="2205" y="4800"/>
                </a:cubicBezTo>
                <a:cubicBezTo>
                  <a:pt x="2205" y="4830"/>
                  <a:pt x="2230" y="4855"/>
                  <a:pt x="2261" y="4855"/>
                </a:cubicBezTo>
                <a:cubicBezTo>
                  <a:pt x="2292" y="4855"/>
                  <a:pt x="2317" y="4830"/>
                  <a:pt x="2317" y="4800"/>
                </a:cubicBezTo>
                <a:close/>
                <a:moveTo>
                  <a:pt x="2226" y="4997"/>
                </a:moveTo>
                <a:cubicBezTo>
                  <a:pt x="2226" y="4968"/>
                  <a:pt x="2203" y="4945"/>
                  <a:pt x="2174" y="4945"/>
                </a:cubicBezTo>
                <a:cubicBezTo>
                  <a:pt x="2145" y="4945"/>
                  <a:pt x="2122" y="4968"/>
                  <a:pt x="2122" y="4997"/>
                </a:cubicBezTo>
                <a:cubicBezTo>
                  <a:pt x="2122" y="5025"/>
                  <a:pt x="2145" y="5049"/>
                  <a:pt x="2174" y="5049"/>
                </a:cubicBezTo>
                <a:cubicBezTo>
                  <a:pt x="2203" y="5049"/>
                  <a:pt x="2226" y="5025"/>
                  <a:pt x="2226" y="4997"/>
                </a:cubicBezTo>
                <a:close/>
                <a:moveTo>
                  <a:pt x="2125" y="5189"/>
                </a:moveTo>
                <a:cubicBezTo>
                  <a:pt x="2125" y="5163"/>
                  <a:pt x="2103" y="5141"/>
                  <a:pt x="2077" y="5141"/>
                </a:cubicBezTo>
                <a:cubicBezTo>
                  <a:pt x="2050" y="5141"/>
                  <a:pt x="2029" y="5163"/>
                  <a:pt x="2029" y="5189"/>
                </a:cubicBezTo>
                <a:cubicBezTo>
                  <a:pt x="2029" y="5215"/>
                  <a:pt x="2050" y="5237"/>
                  <a:pt x="2077" y="5237"/>
                </a:cubicBezTo>
                <a:cubicBezTo>
                  <a:pt x="2103" y="5237"/>
                  <a:pt x="2125" y="5215"/>
                  <a:pt x="2125" y="5189"/>
                </a:cubicBezTo>
                <a:close/>
                <a:moveTo>
                  <a:pt x="1969" y="5332"/>
                </a:moveTo>
                <a:cubicBezTo>
                  <a:pt x="1945" y="5332"/>
                  <a:pt x="1926" y="5352"/>
                  <a:pt x="1926" y="5376"/>
                </a:cubicBezTo>
                <a:cubicBezTo>
                  <a:pt x="1926" y="5399"/>
                  <a:pt x="1945" y="5419"/>
                  <a:pt x="1969" y="5419"/>
                </a:cubicBezTo>
                <a:cubicBezTo>
                  <a:pt x="1993" y="5419"/>
                  <a:pt x="2013" y="5399"/>
                  <a:pt x="2013" y="5376"/>
                </a:cubicBezTo>
                <a:cubicBezTo>
                  <a:pt x="2013" y="5352"/>
                  <a:pt x="1993" y="5332"/>
                  <a:pt x="1969" y="5332"/>
                </a:cubicBezTo>
                <a:close/>
                <a:moveTo>
                  <a:pt x="1851" y="5518"/>
                </a:moveTo>
                <a:cubicBezTo>
                  <a:pt x="1830" y="5518"/>
                  <a:pt x="1813" y="5535"/>
                  <a:pt x="1813" y="5556"/>
                </a:cubicBezTo>
                <a:cubicBezTo>
                  <a:pt x="1813" y="5577"/>
                  <a:pt x="1830" y="5594"/>
                  <a:pt x="1851" y="5594"/>
                </a:cubicBezTo>
                <a:cubicBezTo>
                  <a:pt x="1872" y="5594"/>
                  <a:pt x="1890" y="5577"/>
                  <a:pt x="1890" y="5556"/>
                </a:cubicBezTo>
                <a:cubicBezTo>
                  <a:pt x="1890" y="5535"/>
                  <a:pt x="1872" y="5518"/>
                  <a:pt x="1851" y="5518"/>
                </a:cubicBezTo>
                <a:close/>
                <a:moveTo>
                  <a:pt x="1724" y="5697"/>
                </a:moveTo>
                <a:cubicBezTo>
                  <a:pt x="1706" y="5697"/>
                  <a:pt x="1691" y="5711"/>
                  <a:pt x="1691" y="5729"/>
                </a:cubicBezTo>
                <a:cubicBezTo>
                  <a:pt x="1691" y="5747"/>
                  <a:pt x="1706" y="5762"/>
                  <a:pt x="1724" y="5762"/>
                </a:cubicBezTo>
                <a:cubicBezTo>
                  <a:pt x="1742" y="5762"/>
                  <a:pt x="1756" y="5747"/>
                  <a:pt x="1756" y="5729"/>
                </a:cubicBezTo>
                <a:cubicBezTo>
                  <a:pt x="1756" y="5711"/>
                  <a:pt x="1742" y="5697"/>
                  <a:pt x="1724" y="5697"/>
                </a:cubicBezTo>
                <a:close/>
                <a:moveTo>
                  <a:pt x="1587" y="5868"/>
                </a:moveTo>
                <a:cubicBezTo>
                  <a:pt x="1572" y="5868"/>
                  <a:pt x="1559" y="5881"/>
                  <a:pt x="1559" y="5896"/>
                </a:cubicBezTo>
                <a:cubicBezTo>
                  <a:pt x="1559" y="5911"/>
                  <a:pt x="1572" y="5923"/>
                  <a:pt x="1587" y="5923"/>
                </a:cubicBezTo>
                <a:cubicBezTo>
                  <a:pt x="1602" y="5923"/>
                  <a:pt x="1614" y="5911"/>
                  <a:pt x="1614" y="5896"/>
                </a:cubicBezTo>
                <a:cubicBezTo>
                  <a:pt x="1614" y="5881"/>
                  <a:pt x="1602" y="5868"/>
                  <a:pt x="1587" y="5868"/>
                </a:cubicBezTo>
                <a:close/>
                <a:moveTo>
                  <a:pt x="1441" y="6033"/>
                </a:moveTo>
                <a:cubicBezTo>
                  <a:pt x="1429" y="6033"/>
                  <a:pt x="1420" y="6042"/>
                  <a:pt x="1420" y="6054"/>
                </a:cubicBezTo>
                <a:cubicBezTo>
                  <a:pt x="1420" y="6066"/>
                  <a:pt x="1429" y="6075"/>
                  <a:pt x="1441" y="6075"/>
                </a:cubicBezTo>
                <a:cubicBezTo>
                  <a:pt x="1453" y="6075"/>
                  <a:pt x="1462" y="6066"/>
                  <a:pt x="1462" y="6054"/>
                </a:cubicBezTo>
                <a:cubicBezTo>
                  <a:pt x="1462" y="6042"/>
                  <a:pt x="1453" y="6033"/>
                  <a:pt x="1441" y="6033"/>
                </a:cubicBezTo>
                <a:close/>
                <a:moveTo>
                  <a:pt x="1287" y="6189"/>
                </a:moveTo>
                <a:cubicBezTo>
                  <a:pt x="1278" y="6189"/>
                  <a:pt x="1271" y="6196"/>
                  <a:pt x="1271" y="6204"/>
                </a:cubicBezTo>
                <a:cubicBezTo>
                  <a:pt x="1271" y="6213"/>
                  <a:pt x="1278" y="6220"/>
                  <a:pt x="1287" y="6220"/>
                </a:cubicBezTo>
                <a:cubicBezTo>
                  <a:pt x="1295" y="6220"/>
                  <a:pt x="1302" y="6213"/>
                  <a:pt x="1302" y="6204"/>
                </a:cubicBezTo>
                <a:cubicBezTo>
                  <a:pt x="1302" y="6196"/>
                  <a:pt x="1295" y="6189"/>
                  <a:pt x="1287" y="6189"/>
                </a:cubicBezTo>
                <a:close/>
                <a:moveTo>
                  <a:pt x="1124" y="6336"/>
                </a:moveTo>
                <a:cubicBezTo>
                  <a:pt x="1119" y="6336"/>
                  <a:pt x="1114" y="6340"/>
                  <a:pt x="1114" y="6346"/>
                </a:cubicBezTo>
                <a:cubicBezTo>
                  <a:pt x="1114" y="6351"/>
                  <a:pt x="1119" y="6356"/>
                  <a:pt x="1124" y="6356"/>
                </a:cubicBezTo>
                <a:cubicBezTo>
                  <a:pt x="1129" y="6356"/>
                  <a:pt x="1134" y="6351"/>
                  <a:pt x="1134" y="6346"/>
                </a:cubicBezTo>
                <a:cubicBezTo>
                  <a:pt x="1134" y="6340"/>
                  <a:pt x="1129" y="6336"/>
                  <a:pt x="1124" y="6336"/>
                </a:cubicBezTo>
                <a:close/>
                <a:moveTo>
                  <a:pt x="954" y="6472"/>
                </a:moveTo>
                <a:cubicBezTo>
                  <a:pt x="951" y="6472"/>
                  <a:pt x="948" y="6475"/>
                  <a:pt x="948" y="6478"/>
                </a:cubicBezTo>
                <a:cubicBezTo>
                  <a:pt x="948" y="6481"/>
                  <a:pt x="951" y="6484"/>
                  <a:pt x="954" y="6484"/>
                </a:cubicBezTo>
                <a:cubicBezTo>
                  <a:pt x="957" y="6484"/>
                  <a:pt x="960" y="6481"/>
                  <a:pt x="960" y="6478"/>
                </a:cubicBezTo>
                <a:cubicBezTo>
                  <a:pt x="960" y="6475"/>
                  <a:pt x="957" y="6472"/>
                  <a:pt x="954" y="6472"/>
                </a:cubicBezTo>
                <a:close/>
                <a:moveTo>
                  <a:pt x="777" y="6598"/>
                </a:moveTo>
                <a:cubicBezTo>
                  <a:pt x="776" y="6598"/>
                  <a:pt x="774" y="6599"/>
                  <a:pt x="774" y="6601"/>
                </a:cubicBezTo>
                <a:cubicBezTo>
                  <a:pt x="774" y="6602"/>
                  <a:pt x="776" y="6604"/>
                  <a:pt x="777" y="6604"/>
                </a:cubicBezTo>
                <a:cubicBezTo>
                  <a:pt x="779" y="6604"/>
                  <a:pt x="780" y="6602"/>
                  <a:pt x="780" y="6601"/>
                </a:cubicBezTo>
                <a:cubicBezTo>
                  <a:pt x="780" y="6599"/>
                  <a:pt x="779" y="6598"/>
                  <a:pt x="777" y="6598"/>
                </a:cubicBezTo>
                <a:close/>
                <a:moveTo>
                  <a:pt x="777" y="58"/>
                </a:moveTo>
                <a:cubicBezTo>
                  <a:pt x="778" y="58"/>
                  <a:pt x="778" y="57"/>
                  <a:pt x="778" y="57"/>
                </a:cubicBezTo>
                <a:cubicBezTo>
                  <a:pt x="778" y="56"/>
                  <a:pt x="778" y="55"/>
                  <a:pt x="777" y="55"/>
                </a:cubicBezTo>
                <a:cubicBezTo>
                  <a:pt x="777" y="55"/>
                  <a:pt x="776" y="56"/>
                  <a:pt x="776" y="57"/>
                </a:cubicBezTo>
                <a:cubicBezTo>
                  <a:pt x="776" y="57"/>
                  <a:pt x="777" y="58"/>
                  <a:pt x="777" y="58"/>
                </a:cubicBezTo>
                <a:close/>
                <a:moveTo>
                  <a:pt x="954" y="181"/>
                </a:moveTo>
                <a:cubicBezTo>
                  <a:pt x="955" y="181"/>
                  <a:pt x="956" y="180"/>
                  <a:pt x="956" y="179"/>
                </a:cubicBezTo>
                <a:cubicBezTo>
                  <a:pt x="956" y="178"/>
                  <a:pt x="955" y="178"/>
                  <a:pt x="954" y="178"/>
                </a:cubicBezTo>
                <a:cubicBezTo>
                  <a:pt x="953" y="178"/>
                  <a:pt x="952" y="178"/>
                  <a:pt x="952" y="179"/>
                </a:cubicBezTo>
                <a:cubicBezTo>
                  <a:pt x="952" y="180"/>
                  <a:pt x="953" y="181"/>
                  <a:pt x="954" y="181"/>
                </a:cubicBezTo>
                <a:close/>
                <a:moveTo>
                  <a:pt x="1124" y="313"/>
                </a:moveTo>
                <a:cubicBezTo>
                  <a:pt x="1125" y="313"/>
                  <a:pt x="1126" y="313"/>
                  <a:pt x="1126" y="312"/>
                </a:cubicBezTo>
                <a:cubicBezTo>
                  <a:pt x="1126" y="311"/>
                  <a:pt x="1125" y="310"/>
                  <a:pt x="1124" y="310"/>
                </a:cubicBezTo>
                <a:cubicBezTo>
                  <a:pt x="1123" y="310"/>
                  <a:pt x="1122" y="311"/>
                  <a:pt x="1122" y="312"/>
                </a:cubicBezTo>
                <a:cubicBezTo>
                  <a:pt x="1122" y="313"/>
                  <a:pt x="1123" y="313"/>
                  <a:pt x="1124" y="313"/>
                </a:cubicBezTo>
                <a:close/>
                <a:moveTo>
                  <a:pt x="1287" y="455"/>
                </a:moveTo>
                <a:cubicBezTo>
                  <a:pt x="1288" y="455"/>
                  <a:pt x="1289" y="454"/>
                  <a:pt x="1289" y="453"/>
                </a:cubicBezTo>
                <a:cubicBezTo>
                  <a:pt x="1289" y="452"/>
                  <a:pt x="1288" y="451"/>
                  <a:pt x="1287" y="451"/>
                </a:cubicBezTo>
                <a:cubicBezTo>
                  <a:pt x="1285" y="451"/>
                  <a:pt x="1284" y="452"/>
                  <a:pt x="1284" y="453"/>
                </a:cubicBezTo>
                <a:cubicBezTo>
                  <a:pt x="1284" y="454"/>
                  <a:pt x="1285" y="455"/>
                  <a:pt x="1287" y="455"/>
                </a:cubicBezTo>
                <a:close/>
                <a:moveTo>
                  <a:pt x="1441" y="606"/>
                </a:moveTo>
                <a:cubicBezTo>
                  <a:pt x="1443" y="606"/>
                  <a:pt x="1444" y="605"/>
                  <a:pt x="1444" y="603"/>
                </a:cubicBezTo>
                <a:cubicBezTo>
                  <a:pt x="1444" y="602"/>
                  <a:pt x="1443" y="600"/>
                  <a:pt x="1441" y="600"/>
                </a:cubicBezTo>
                <a:cubicBezTo>
                  <a:pt x="1439" y="600"/>
                  <a:pt x="1438" y="602"/>
                  <a:pt x="1438" y="603"/>
                </a:cubicBezTo>
                <a:cubicBezTo>
                  <a:pt x="1438" y="605"/>
                  <a:pt x="1439" y="606"/>
                  <a:pt x="1441" y="606"/>
                </a:cubicBezTo>
                <a:close/>
                <a:moveTo>
                  <a:pt x="1587" y="766"/>
                </a:moveTo>
                <a:cubicBezTo>
                  <a:pt x="1589" y="766"/>
                  <a:pt x="1591" y="764"/>
                  <a:pt x="1591" y="762"/>
                </a:cubicBezTo>
                <a:cubicBezTo>
                  <a:pt x="1591" y="760"/>
                  <a:pt x="1589" y="758"/>
                  <a:pt x="1587" y="758"/>
                </a:cubicBezTo>
                <a:cubicBezTo>
                  <a:pt x="1585" y="758"/>
                  <a:pt x="1583" y="760"/>
                  <a:pt x="1583" y="762"/>
                </a:cubicBezTo>
                <a:cubicBezTo>
                  <a:pt x="1583" y="764"/>
                  <a:pt x="1585" y="766"/>
                  <a:pt x="1587" y="766"/>
                </a:cubicBezTo>
                <a:close/>
                <a:moveTo>
                  <a:pt x="1724" y="934"/>
                </a:moveTo>
                <a:cubicBezTo>
                  <a:pt x="1727" y="934"/>
                  <a:pt x="1729" y="931"/>
                  <a:pt x="1729" y="928"/>
                </a:cubicBezTo>
                <a:cubicBezTo>
                  <a:pt x="1729" y="925"/>
                  <a:pt x="1727" y="922"/>
                  <a:pt x="1724" y="922"/>
                </a:cubicBezTo>
                <a:cubicBezTo>
                  <a:pt x="1721" y="922"/>
                  <a:pt x="1718" y="925"/>
                  <a:pt x="1718" y="928"/>
                </a:cubicBezTo>
                <a:cubicBezTo>
                  <a:pt x="1718" y="931"/>
                  <a:pt x="1721" y="934"/>
                  <a:pt x="1724" y="934"/>
                </a:cubicBezTo>
                <a:close/>
                <a:moveTo>
                  <a:pt x="1851" y="1111"/>
                </a:moveTo>
                <a:cubicBezTo>
                  <a:pt x="1857" y="1111"/>
                  <a:pt x="1861" y="1107"/>
                  <a:pt x="1861" y="1102"/>
                </a:cubicBezTo>
                <a:cubicBezTo>
                  <a:pt x="1861" y="1096"/>
                  <a:pt x="1857" y="1092"/>
                  <a:pt x="1851" y="1092"/>
                </a:cubicBezTo>
                <a:cubicBezTo>
                  <a:pt x="1846" y="1092"/>
                  <a:pt x="1842" y="1096"/>
                  <a:pt x="1842" y="1102"/>
                </a:cubicBezTo>
                <a:cubicBezTo>
                  <a:pt x="1842" y="1107"/>
                  <a:pt x="1846" y="1111"/>
                  <a:pt x="1851" y="1111"/>
                </a:cubicBezTo>
                <a:close/>
                <a:moveTo>
                  <a:pt x="1969" y="1297"/>
                </a:moveTo>
                <a:cubicBezTo>
                  <a:pt x="1977" y="1297"/>
                  <a:pt x="1984" y="1290"/>
                  <a:pt x="1984" y="1282"/>
                </a:cubicBezTo>
                <a:cubicBezTo>
                  <a:pt x="1984" y="1274"/>
                  <a:pt x="1977" y="1267"/>
                  <a:pt x="1969" y="1267"/>
                </a:cubicBezTo>
                <a:cubicBezTo>
                  <a:pt x="1961" y="1267"/>
                  <a:pt x="1954" y="1274"/>
                  <a:pt x="1954" y="1282"/>
                </a:cubicBezTo>
                <a:cubicBezTo>
                  <a:pt x="1954" y="1290"/>
                  <a:pt x="1961" y="1297"/>
                  <a:pt x="1969" y="1297"/>
                </a:cubicBezTo>
                <a:close/>
                <a:moveTo>
                  <a:pt x="2077" y="1490"/>
                </a:moveTo>
                <a:cubicBezTo>
                  <a:pt x="2089" y="1490"/>
                  <a:pt x="2098" y="1480"/>
                  <a:pt x="2098" y="1468"/>
                </a:cubicBezTo>
                <a:cubicBezTo>
                  <a:pt x="2098" y="1457"/>
                  <a:pt x="2089" y="1447"/>
                  <a:pt x="2077" y="1447"/>
                </a:cubicBezTo>
                <a:cubicBezTo>
                  <a:pt x="2065" y="1447"/>
                  <a:pt x="2056" y="1457"/>
                  <a:pt x="2056" y="1468"/>
                </a:cubicBezTo>
                <a:cubicBezTo>
                  <a:pt x="2056" y="1480"/>
                  <a:pt x="2065" y="1490"/>
                  <a:pt x="2077" y="1490"/>
                </a:cubicBezTo>
                <a:close/>
                <a:moveTo>
                  <a:pt x="2174" y="1688"/>
                </a:moveTo>
                <a:cubicBezTo>
                  <a:pt x="2189" y="1688"/>
                  <a:pt x="2201" y="1676"/>
                  <a:pt x="2201" y="1661"/>
                </a:cubicBezTo>
                <a:cubicBezTo>
                  <a:pt x="2201" y="1646"/>
                  <a:pt x="2189" y="1633"/>
                  <a:pt x="2174" y="1633"/>
                </a:cubicBezTo>
                <a:cubicBezTo>
                  <a:pt x="2159" y="1633"/>
                  <a:pt x="2147" y="1646"/>
                  <a:pt x="2147" y="1661"/>
                </a:cubicBezTo>
                <a:cubicBezTo>
                  <a:pt x="2147" y="1676"/>
                  <a:pt x="2159" y="1688"/>
                  <a:pt x="2174" y="1688"/>
                </a:cubicBezTo>
                <a:close/>
                <a:moveTo>
                  <a:pt x="2261" y="1890"/>
                </a:moveTo>
                <a:cubicBezTo>
                  <a:pt x="2278" y="1890"/>
                  <a:pt x="2293" y="1876"/>
                  <a:pt x="2293" y="1858"/>
                </a:cubicBezTo>
                <a:cubicBezTo>
                  <a:pt x="2293" y="1840"/>
                  <a:pt x="2278" y="1826"/>
                  <a:pt x="2261" y="1826"/>
                </a:cubicBezTo>
                <a:cubicBezTo>
                  <a:pt x="2243" y="1826"/>
                  <a:pt x="2229" y="1840"/>
                  <a:pt x="2229" y="1858"/>
                </a:cubicBezTo>
                <a:cubicBezTo>
                  <a:pt x="2229" y="1876"/>
                  <a:pt x="2243" y="1890"/>
                  <a:pt x="2261" y="1890"/>
                </a:cubicBezTo>
                <a:close/>
                <a:moveTo>
                  <a:pt x="2336" y="2094"/>
                </a:moveTo>
                <a:cubicBezTo>
                  <a:pt x="2355" y="2094"/>
                  <a:pt x="2371" y="2079"/>
                  <a:pt x="2371" y="2060"/>
                </a:cubicBezTo>
                <a:cubicBezTo>
                  <a:pt x="2371" y="2040"/>
                  <a:pt x="2355" y="2025"/>
                  <a:pt x="2336" y="2025"/>
                </a:cubicBezTo>
                <a:cubicBezTo>
                  <a:pt x="2317" y="2025"/>
                  <a:pt x="2301" y="2040"/>
                  <a:pt x="2301" y="2060"/>
                </a:cubicBezTo>
                <a:cubicBezTo>
                  <a:pt x="2301" y="2079"/>
                  <a:pt x="2317" y="2094"/>
                  <a:pt x="2336" y="2094"/>
                </a:cubicBezTo>
                <a:close/>
                <a:moveTo>
                  <a:pt x="2400" y="2303"/>
                </a:moveTo>
                <a:cubicBezTo>
                  <a:pt x="2421" y="2303"/>
                  <a:pt x="2438" y="2286"/>
                  <a:pt x="2438" y="2265"/>
                </a:cubicBezTo>
                <a:cubicBezTo>
                  <a:pt x="2438" y="2244"/>
                  <a:pt x="2421" y="2228"/>
                  <a:pt x="2400" y="2228"/>
                </a:cubicBezTo>
                <a:cubicBezTo>
                  <a:pt x="2380" y="2228"/>
                  <a:pt x="2363" y="2244"/>
                  <a:pt x="2363" y="2265"/>
                </a:cubicBezTo>
                <a:cubicBezTo>
                  <a:pt x="2363" y="2286"/>
                  <a:pt x="2380" y="2303"/>
                  <a:pt x="2400" y="2303"/>
                </a:cubicBezTo>
                <a:close/>
                <a:moveTo>
                  <a:pt x="2412" y="2474"/>
                </a:moveTo>
                <a:cubicBezTo>
                  <a:pt x="2412" y="2497"/>
                  <a:pt x="2431" y="2515"/>
                  <a:pt x="2453" y="2515"/>
                </a:cubicBezTo>
                <a:cubicBezTo>
                  <a:pt x="2476" y="2515"/>
                  <a:pt x="2494" y="2497"/>
                  <a:pt x="2494" y="2474"/>
                </a:cubicBezTo>
                <a:cubicBezTo>
                  <a:pt x="2494" y="2451"/>
                  <a:pt x="2476" y="2433"/>
                  <a:pt x="2453" y="2433"/>
                </a:cubicBezTo>
                <a:cubicBezTo>
                  <a:pt x="2431" y="2433"/>
                  <a:pt x="2412" y="2451"/>
                  <a:pt x="2412" y="2474"/>
                </a:cubicBezTo>
                <a:close/>
                <a:moveTo>
                  <a:pt x="2449" y="2685"/>
                </a:moveTo>
                <a:cubicBezTo>
                  <a:pt x="2449" y="2711"/>
                  <a:pt x="2469" y="2731"/>
                  <a:pt x="2495" y="2731"/>
                </a:cubicBezTo>
                <a:cubicBezTo>
                  <a:pt x="2520" y="2731"/>
                  <a:pt x="2540" y="2711"/>
                  <a:pt x="2540" y="2685"/>
                </a:cubicBezTo>
                <a:cubicBezTo>
                  <a:pt x="2540" y="2660"/>
                  <a:pt x="2520" y="2640"/>
                  <a:pt x="2495" y="2640"/>
                </a:cubicBezTo>
                <a:cubicBezTo>
                  <a:pt x="2469" y="2640"/>
                  <a:pt x="2449" y="2660"/>
                  <a:pt x="2449" y="2685"/>
                </a:cubicBezTo>
                <a:close/>
                <a:moveTo>
                  <a:pt x="2524" y="2847"/>
                </a:moveTo>
                <a:cubicBezTo>
                  <a:pt x="2496" y="2847"/>
                  <a:pt x="2472" y="2870"/>
                  <a:pt x="2472" y="2899"/>
                </a:cubicBezTo>
                <a:cubicBezTo>
                  <a:pt x="2472" y="2927"/>
                  <a:pt x="2496" y="2951"/>
                  <a:pt x="2524" y="2951"/>
                </a:cubicBezTo>
                <a:cubicBezTo>
                  <a:pt x="2553" y="2951"/>
                  <a:pt x="2576" y="2927"/>
                  <a:pt x="2576" y="2899"/>
                </a:cubicBezTo>
                <a:cubicBezTo>
                  <a:pt x="2576" y="2870"/>
                  <a:pt x="2553" y="2847"/>
                  <a:pt x="2524" y="2847"/>
                </a:cubicBezTo>
                <a:close/>
                <a:moveTo>
                  <a:pt x="2484" y="3113"/>
                </a:moveTo>
                <a:cubicBezTo>
                  <a:pt x="2484" y="3145"/>
                  <a:pt x="2510" y="3171"/>
                  <a:pt x="2542" y="3171"/>
                </a:cubicBezTo>
                <a:cubicBezTo>
                  <a:pt x="2574" y="3171"/>
                  <a:pt x="2600" y="3145"/>
                  <a:pt x="2600" y="3113"/>
                </a:cubicBezTo>
                <a:cubicBezTo>
                  <a:pt x="2600" y="3082"/>
                  <a:pt x="2574" y="3056"/>
                  <a:pt x="2542" y="3056"/>
                </a:cubicBezTo>
                <a:cubicBezTo>
                  <a:pt x="2510" y="3056"/>
                  <a:pt x="2484" y="3082"/>
                  <a:pt x="2484" y="3113"/>
                </a:cubicBezTo>
                <a:close/>
                <a:moveTo>
                  <a:pt x="2754" y="3298"/>
                </a:moveTo>
                <a:cubicBezTo>
                  <a:pt x="2737" y="3298"/>
                  <a:pt x="2723" y="3312"/>
                  <a:pt x="2723" y="3329"/>
                </a:cubicBezTo>
                <a:cubicBezTo>
                  <a:pt x="2723" y="3346"/>
                  <a:pt x="2737" y="3360"/>
                  <a:pt x="2754" y="3360"/>
                </a:cubicBezTo>
                <a:cubicBezTo>
                  <a:pt x="2771" y="3360"/>
                  <a:pt x="2784" y="3346"/>
                  <a:pt x="2784" y="3329"/>
                </a:cubicBezTo>
                <a:cubicBezTo>
                  <a:pt x="2784" y="3312"/>
                  <a:pt x="2771" y="3298"/>
                  <a:pt x="2754" y="3298"/>
                </a:cubicBezTo>
                <a:close/>
                <a:moveTo>
                  <a:pt x="2748" y="3508"/>
                </a:moveTo>
                <a:cubicBezTo>
                  <a:pt x="2728" y="3508"/>
                  <a:pt x="2712" y="3524"/>
                  <a:pt x="2712" y="3544"/>
                </a:cubicBezTo>
                <a:cubicBezTo>
                  <a:pt x="2712" y="3564"/>
                  <a:pt x="2728" y="3580"/>
                  <a:pt x="2748" y="3580"/>
                </a:cubicBezTo>
                <a:cubicBezTo>
                  <a:pt x="2768" y="3580"/>
                  <a:pt x="2784" y="3564"/>
                  <a:pt x="2784" y="3544"/>
                </a:cubicBezTo>
                <a:cubicBezTo>
                  <a:pt x="2784" y="3524"/>
                  <a:pt x="2768" y="3508"/>
                  <a:pt x="2748" y="3508"/>
                </a:cubicBezTo>
                <a:close/>
                <a:moveTo>
                  <a:pt x="2731" y="3722"/>
                </a:moveTo>
                <a:cubicBezTo>
                  <a:pt x="2711" y="3722"/>
                  <a:pt x="2694" y="3738"/>
                  <a:pt x="2694" y="3759"/>
                </a:cubicBezTo>
                <a:cubicBezTo>
                  <a:pt x="2694" y="3779"/>
                  <a:pt x="2711" y="3796"/>
                  <a:pt x="2731" y="3796"/>
                </a:cubicBezTo>
                <a:cubicBezTo>
                  <a:pt x="2752" y="3796"/>
                  <a:pt x="2768" y="3779"/>
                  <a:pt x="2768" y="3759"/>
                </a:cubicBezTo>
                <a:cubicBezTo>
                  <a:pt x="2768" y="3738"/>
                  <a:pt x="2752" y="3722"/>
                  <a:pt x="2731" y="3722"/>
                </a:cubicBezTo>
                <a:close/>
                <a:moveTo>
                  <a:pt x="2703" y="3931"/>
                </a:moveTo>
                <a:cubicBezTo>
                  <a:pt x="2680" y="3931"/>
                  <a:pt x="2662" y="3950"/>
                  <a:pt x="2662" y="3972"/>
                </a:cubicBezTo>
                <a:cubicBezTo>
                  <a:pt x="2662" y="3995"/>
                  <a:pt x="2680" y="4013"/>
                  <a:pt x="2703" y="4013"/>
                </a:cubicBezTo>
                <a:cubicBezTo>
                  <a:pt x="2726" y="4013"/>
                  <a:pt x="2744" y="3995"/>
                  <a:pt x="2744" y="3972"/>
                </a:cubicBezTo>
                <a:cubicBezTo>
                  <a:pt x="2744" y="3950"/>
                  <a:pt x="2726" y="3931"/>
                  <a:pt x="2703" y="3931"/>
                </a:cubicBezTo>
                <a:close/>
                <a:moveTo>
                  <a:pt x="2664" y="4142"/>
                </a:moveTo>
                <a:cubicBezTo>
                  <a:pt x="2641" y="4142"/>
                  <a:pt x="2622" y="4161"/>
                  <a:pt x="2622" y="4184"/>
                </a:cubicBezTo>
                <a:cubicBezTo>
                  <a:pt x="2622" y="4207"/>
                  <a:pt x="2641" y="4226"/>
                  <a:pt x="2664" y="4226"/>
                </a:cubicBezTo>
                <a:cubicBezTo>
                  <a:pt x="2687" y="4226"/>
                  <a:pt x="2705" y="4207"/>
                  <a:pt x="2705" y="4184"/>
                </a:cubicBezTo>
                <a:cubicBezTo>
                  <a:pt x="2705" y="4161"/>
                  <a:pt x="2687" y="4142"/>
                  <a:pt x="2664" y="4142"/>
                </a:cubicBezTo>
                <a:close/>
                <a:moveTo>
                  <a:pt x="2613" y="4351"/>
                </a:moveTo>
                <a:cubicBezTo>
                  <a:pt x="2590" y="4351"/>
                  <a:pt x="2571" y="4370"/>
                  <a:pt x="2571" y="4394"/>
                </a:cubicBezTo>
                <a:cubicBezTo>
                  <a:pt x="2571" y="4417"/>
                  <a:pt x="2590" y="4436"/>
                  <a:pt x="2613" y="4436"/>
                </a:cubicBezTo>
                <a:cubicBezTo>
                  <a:pt x="2637" y="4436"/>
                  <a:pt x="2656" y="4417"/>
                  <a:pt x="2656" y="4394"/>
                </a:cubicBezTo>
                <a:cubicBezTo>
                  <a:pt x="2656" y="4370"/>
                  <a:pt x="2637" y="4351"/>
                  <a:pt x="2613" y="4351"/>
                </a:cubicBezTo>
                <a:close/>
                <a:moveTo>
                  <a:pt x="2552" y="4557"/>
                </a:moveTo>
                <a:cubicBezTo>
                  <a:pt x="2528" y="4557"/>
                  <a:pt x="2509" y="4576"/>
                  <a:pt x="2509" y="4600"/>
                </a:cubicBezTo>
                <a:cubicBezTo>
                  <a:pt x="2509" y="4624"/>
                  <a:pt x="2528" y="4643"/>
                  <a:pt x="2552" y="4643"/>
                </a:cubicBezTo>
                <a:cubicBezTo>
                  <a:pt x="2576" y="4643"/>
                  <a:pt x="2596" y="4624"/>
                  <a:pt x="2596" y="4600"/>
                </a:cubicBezTo>
                <a:cubicBezTo>
                  <a:pt x="2596" y="4576"/>
                  <a:pt x="2576" y="4557"/>
                  <a:pt x="2552" y="4557"/>
                </a:cubicBezTo>
                <a:close/>
                <a:moveTo>
                  <a:pt x="2480" y="4761"/>
                </a:moveTo>
                <a:cubicBezTo>
                  <a:pt x="2457" y="4761"/>
                  <a:pt x="2439" y="4780"/>
                  <a:pt x="2439" y="4803"/>
                </a:cubicBezTo>
                <a:cubicBezTo>
                  <a:pt x="2439" y="4826"/>
                  <a:pt x="2457" y="4845"/>
                  <a:pt x="2480" y="4845"/>
                </a:cubicBezTo>
                <a:cubicBezTo>
                  <a:pt x="2503" y="4845"/>
                  <a:pt x="2522" y="4826"/>
                  <a:pt x="2522" y="4803"/>
                </a:cubicBezTo>
                <a:cubicBezTo>
                  <a:pt x="2522" y="4780"/>
                  <a:pt x="2503" y="4761"/>
                  <a:pt x="2480" y="4761"/>
                </a:cubicBezTo>
                <a:close/>
                <a:moveTo>
                  <a:pt x="2398" y="4961"/>
                </a:moveTo>
                <a:cubicBezTo>
                  <a:pt x="2375" y="4961"/>
                  <a:pt x="2357" y="4979"/>
                  <a:pt x="2357" y="5002"/>
                </a:cubicBezTo>
                <a:cubicBezTo>
                  <a:pt x="2357" y="5025"/>
                  <a:pt x="2375" y="5043"/>
                  <a:pt x="2398" y="5043"/>
                </a:cubicBezTo>
                <a:cubicBezTo>
                  <a:pt x="2421" y="5043"/>
                  <a:pt x="2439" y="5025"/>
                  <a:pt x="2439" y="5002"/>
                </a:cubicBezTo>
                <a:cubicBezTo>
                  <a:pt x="2439" y="4979"/>
                  <a:pt x="2421" y="4961"/>
                  <a:pt x="2398" y="4961"/>
                </a:cubicBezTo>
                <a:close/>
                <a:moveTo>
                  <a:pt x="2305" y="5157"/>
                </a:moveTo>
                <a:cubicBezTo>
                  <a:pt x="2283" y="5157"/>
                  <a:pt x="2265" y="5175"/>
                  <a:pt x="2265" y="5197"/>
                </a:cubicBezTo>
                <a:cubicBezTo>
                  <a:pt x="2265" y="5219"/>
                  <a:pt x="2283" y="5236"/>
                  <a:pt x="2305" y="5236"/>
                </a:cubicBezTo>
                <a:cubicBezTo>
                  <a:pt x="2327" y="5236"/>
                  <a:pt x="2345" y="5219"/>
                  <a:pt x="2345" y="5197"/>
                </a:cubicBezTo>
                <a:cubicBezTo>
                  <a:pt x="2345" y="5175"/>
                  <a:pt x="2327" y="5157"/>
                  <a:pt x="2305" y="5157"/>
                </a:cubicBezTo>
                <a:close/>
                <a:moveTo>
                  <a:pt x="2202" y="5348"/>
                </a:moveTo>
                <a:cubicBezTo>
                  <a:pt x="2182" y="5348"/>
                  <a:pt x="2165" y="5365"/>
                  <a:pt x="2165" y="5386"/>
                </a:cubicBezTo>
                <a:cubicBezTo>
                  <a:pt x="2165" y="5407"/>
                  <a:pt x="2182" y="5424"/>
                  <a:pt x="2202" y="5424"/>
                </a:cubicBezTo>
                <a:cubicBezTo>
                  <a:pt x="2223" y="5424"/>
                  <a:pt x="2240" y="5407"/>
                  <a:pt x="2240" y="5386"/>
                </a:cubicBezTo>
                <a:cubicBezTo>
                  <a:pt x="2240" y="5365"/>
                  <a:pt x="2223" y="5348"/>
                  <a:pt x="2202" y="5348"/>
                </a:cubicBezTo>
                <a:close/>
                <a:moveTo>
                  <a:pt x="2090" y="5534"/>
                </a:moveTo>
                <a:cubicBezTo>
                  <a:pt x="2070" y="5534"/>
                  <a:pt x="2055" y="5550"/>
                  <a:pt x="2055" y="5570"/>
                </a:cubicBezTo>
                <a:cubicBezTo>
                  <a:pt x="2055" y="5589"/>
                  <a:pt x="2070" y="5605"/>
                  <a:pt x="2090" y="5605"/>
                </a:cubicBezTo>
                <a:cubicBezTo>
                  <a:pt x="2109" y="5605"/>
                  <a:pt x="2125" y="5589"/>
                  <a:pt x="2125" y="5570"/>
                </a:cubicBezTo>
                <a:cubicBezTo>
                  <a:pt x="2125" y="5550"/>
                  <a:pt x="2109" y="5534"/>
                  <a:pt x="2090" y="5534"/>
                </a:cubicBezTo>
                <a:close/>
                <a:moveTo>
                  <a:pt x="1968" y="5714"/>
                </a:moveTo>
                <a:cubicBezTo>
                  <a:pt x="1950" y="5714"/>
                  <a:pt x="1935" y="5729"/>
                  <a:pt x="1935" y="5747"/>
                </a:cubicBezTo>
                <a:cubicBezTo>
                  <a:pt x="1935" y="5765"/>
                  <a:pt x="1950" y="5780"/>
                  <a:pt x="1968" y="5780"/>
                </a:cubicBezTo>
                <a:cubicBezTo>
                  <a:pt x="1986" y="5780"/>
                  <a:pt x="2001" y="5765"/>
                  <a:pt x="2001" y="5747"/>
                </a:cubicBezTo>
                <a:cubicBezTo>
                  <a:pt x="2001" y="5729"/>
                  <a:pt x="1986" y="5714"/>
                  <a:pt x="1968" y="5714"/>
                </a:cubicBezTo>
                <a:close/>
                <a:moveTo>
                  <a:pt x="1837" y="5888"/>
                </a:moveTo>
                <a:cubicBezTo>
                  <a:pt x="1820" y="5888"/>
                  <a:pt x="1807" y="5901"/>
                  <a:pt x="1807" y="5918"/>
                </a:cubicBezTo>
                <a:cubicBezTo>
                  <a:pt x="1807" y="5935"/>
                  <a:pt x="1820" y="5948"/>
                  <a:pt x="1837" y="5948"/>
                </a:cubicBezTo>
                <a:cubicBezTo>
                  <a:pt x="1853" y="5948"/>
                  <a:pt x="1867" y="5935"/>
                  <a:pt x="1867" y="5918"/>
                </a:cubicBezTo>
                <a:cubicBezTo>
                  <a:pt x="1867" y="5901"/>
                  <a:pt x="1853" y="5888"/>
                  <a:pt x="1837" y="5888"/>
                </a:cubicBezTo>
                <a:close/>
                <a:moveTo>
                  <a:pt x="1697" y="6057"/>
                </a:moveTo>
                <a:cubicBezTo>
                  <a:pt x="1683" y="6057"/>
                  <a:pt x="1672" y="6068"/>
                  <a:pt x="1672" y="6082"/>
                </a:cubicBezTo>
                <a:cubicBezTo>
                  <a:pt x="1672" y="6096"/>
                  <a:pt x="1683" y="6107"/>
                  <a:pt x="1697" y="6107"/>
                </a:cubicBezTo>
                <a:cubicBezTo>
                  <a:pt x="1711" y="6107"/>
                  <a:pt x="1722" y="6096"/>
                  <a:pt x="1722" y="6082"/>
                </a:cubicBezTo>
                <a:cubicBezTo>
                  <a:pt x="1722" y="6068"/>
                  <a:pt x="1711" y="6057"/>
                  <a:pt x="1697" y="6057"/>
                </a:cubicBezTo>
                <a:close/>
                <a:moveTo>
                  <a:pt x="1549" y="6217"/>
                </a:moveTo>
                <a:cubicBezTo>
                  <a:pt x="1537" y="6217"/>
                  <a:pt x="1527" y="6226"/>
                  <a:pt x="1527" y="6238"/>
                </a:cubicBezTo>
                <a:cubicBezTo>
                  <a:pt x="1527" y="6250"/>
                  <a:pt x="1537" y="6259"/>
                  <a:pt x="1549" y="6259"/>
                </a:cubicBezTo>
                <a:cubicBezTo>
                  <a:pt x="1560" y="6259"/>
                  <a:pt x="1570" y="6250"/>
                  <a:pt x="1570" y="6238"/>
                </a:cubicBezTo>
                <a:cubicBezTo>
                  <a:pt x="1570" y="6226"/>
                  <a:pt x="1560" y="6217"/>
                  <a:pt x="1549" y="6217"/>
                </a:cubicBezTo>
                <a:close/>
                <a:moveTo>
                  <a:pt x="1392" y="6368"/>
                </a:moveTo>
                <a:cubicBezTo>
                  <a:pt x="1382" y="6368"/>
                  <a:pt x="1374" y="6376"/>
                  <a:pt x="1374" y="6386"/>
                </a:cubicBezTo>
                <a:cubicBezTo>
                  <a:pt x="1374" y="6396"/>
                  <a:pt x="1382" y="6404"/>
                  <a:pt x="1392" y="6404"/>
                </a:cubicBezTo>
                <a:cubicBezTo>
                  <a:pt x="1402" y="6404"/>
                  <a:pt x="1411" y="6396"/>
                  <a:pt x="1411" y="6386"/>
                </a:cubicBezTo>
                <a:cubicBezTo>
                  <a:pt x="1411" y="6376"/>
                  <a:pt x="1402" y="6368"/>
                  <a:pt x="1392" y="6368"/>
                </a:cubicBezTo>
                <a:close/>
                <a:moveTo>
                  <a:pt x="1229" y="6510"/>
                </a:moveTo>
                <a:cubicBezTo>
                  <a:pt x="1220" y="6510"/>
                  <a:pt x="1213" y="6517"/>
                  <a:pt x="1213" y="6526"/>
                </a:cubicBezTo>
                <a:cubicBezTo>
                  <a:pt x="1213" y="6535"/>
                  <a:pt x="1220" y="6542"/>
                  <a:pt x="1229" y="6542"/>
                </a:cubicBezTo>
                <a:cubicBezTo>
                  <a:pt x="1237" y="6542"/>
                  <a:pt x="1245" y="6535"/>
                  <a:pt x="1245" y="6526"/>
                </a:cubicBezTo>
                <a:cubicBezTo>
                  <a:pt x="1245" y="6517"/>
                  <a:pt x="1237" y="6510"/>
                  <a:pt x="1229" y="6510"/>
                </a:cubicBezTo>
                <a:close/>
                <a:moveTo>
                  <a:pt x="1058" y="6646"/>
                </a:moveTo>
                <a:cubicBezTo>
                  <a:pt x="1052" y="6646"/>
                  <a:pt x="1047" y="6651"/>
                  <a:pt x="1047" y="6657"/>
                </a:cubicBezTo>
                <a:cubicBezTo>
                  <a:pt x="1047" y="6663"/>
                  <a:pt x="1052" y="6668"/>
                  <a:pt x="1058" y="6668"/>
                </a:cubicBezTo>
                <a:cubicBezTo>
                  <a:pt x="1064" y="6668"/>
                  <a:pt x="1069" y="6663"/>
                  <a:pt x="1069" y="6657"/>
                </a:cubicBezTo>
                <a:cubicBezTo>
                  <a:pt x="1069" y="6651"/>
                  <a:pt x="1064" y="6646"/>
                  <a:pt x="1058" y="6646"/>
                </a:cubicBezTo>
                <a:close/>
                <a:moveTo>
                  <a:pt x="880" y="6772"/>
                </a:moveTo>
                <a:cubicBezTo>
                  <a:pt x="876" y="6772"/>
                  <a:pt x="873" y="6775"/>
                  <a:pt x="873" y="6779"/>
                </a:cubicBezTo>
                <a:cubicBezTo>
                  <a:pt x="873" y="6783"/>
                  <a:pt x="876" y="6787"/>
                  <a:pt x="880" y="6787"/>
                </a:cubicBezTo>
                <a:cubicBezTo>
                  <a:pt x="884" y="6787"/>
                  <a:pt x="888" y="6783"/>
                  <a:pt x="888" y="6779"/>
                </a:cubicBezTo>
                <a:cubicBezTo>
                  <a:pt x="888" y="6775"/>
                  <a:pt x="884" y="6772"/>
                  <a:pt x="880" y="6772"/>
                </a:cubicBezTo>
                <a:close/>
                <a:moveTo>
                  <a:pt x="697" y="6887"/>
                </a:moveTo>
                <a:cubicBezTo>
                  <a:pt x="694" y="6887"/>
                  <a:pt x="692" y="6889"/>
                  <a:pt x="692" y="6892"/>
                </a:cubicBezTo>
                <a:cubicBezTo>
                  <a:pt x="692" y="6894"/>
                  <a:pt x="694" y="6896"/>
                  <a:pt x="697" y="6896"/>
                </a:cubicBezTo>
                <a:cubicBezTo>
                  <a:pt x="699" y="6896"/>
                  <a:pt x="701" y="6894"/>
                  <a:pt x="701" y="6892"/>
                </a:cubicBezTo>
                <a:cubicBezTo>
                  <a:pt x="701" y="6889"/>
                  <a:pt x="699" y="6887"/>
                  <a:pt x="697" y="6887"/>
                </a:cubicBezTo>
                <a:close/>
                <a:moveTo>
                  <a:pt x="1058" y="1"/>
                </a:moveTo>
                <a:cubicBezTo>
                  <a:pt x="1058" y="1"/>
                  <a:pt x="1058" y="0"/>
                  <a:pt x="1058" y="0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57" y="0"/>
                  <a:pt x="1057" y="0"/>
                  <a:pt x="1057" y="0"/>
                </a:cubicBezTo>
                <a:cubicBezTo>
                  <a:pt x="1057" y="0"/>
                  <a:pt x="1057" y="1"/>
                  <a:pt x="1058" y="1"/>
                </a:cubicBezTo>
                <a:close/>
                <a:moveTo>
                  <a:pt x="1229" y="132"/>
                </a:moveTo>
                <a:cubicBezTo>
                  <a:pt x="1229" y="132"/>
                  <a:pt x="1229" y="132"/>
                  <a:pt x="1229" y="131"/>
                </a:cubicBezTo>
                <a:cubicBezTo>
                  <a:pt x="1229" y="131"/>
                  <a:pt x="1229" y="131"/>
                  <a:pt x="1229" y="131"/>
                </a:cubicBezTo>
                <a:cubicBezTo>
                  <a:pt x="1228" y="131"/>
                  <a:pt x="1228" y="131"/>
                  <a:pt x="1228" y="131"/>
                </a:cubicBezTo>
                <a:cubicBezTo>
                  <a:pt x="1228" y="132"/>
                  <a:pt x="1228" y="132"/>
                  <a:pt x="1229" y="132"/>
                </a:cubicBezTo>
                <a:close/>
                <a:moveTo>
                  <a:pt x="1392" y="272"/>
                </a:moveTo>
                <a:cubicBezTo>
                  <a:pt x="1393" y="272"/>
                  <a:pt x="1394" y="272"/>
                  <a:pt x="1394" y="271"/>
                </a:cubicBezTo>
                <a:cubicBezTo>
                  <a:pt x="1394" y="271"/>
                  <a:pt x="1393" y="270"/>
                  <a:pt x="1392" y="270"/>
                </a:cubicBezTo>
                <a:cubicBezTo>
                  <a:pt x="1392" y="270"/>
                  <a:pt x="1391" y="271"/>
                  <a:pt x="1391" y="271"/>
                </a:cubicBezTo>
                <a:cubicBezTo>
                  <a:pt x="1391" y="272"/>
                  <a:pt x="1392" y="272"/>
                  <a:pt x="1392" y="272"/>
                </a:cubicBezTo>
                <a:close/>
                <a:moveTo>
                  <a:pt x="1549" y="421"/>
                </a:moveTo>
                <a:cubicBezTo>
                  <a:pt x="1549" y="421"/>
                  <a:pt x="1550" y="420"/>
                  <a:pt x="1550" y="419"/>
                </a:cubicBezTo>
                <a:cubicBezTo>
                  <a:pt x="1550" y="419"/>
                  <a:pt x="1549" y="418"/>
                  <a:pt x="1549" y="418"/>
                </a:cubicBezTo>
                <a:cubicBezTo>
                  <a:pt x="1548" y="418"/>
                  <a:pt x="1547" y="419"/>
                  <a:pt x="1547" y="419"/>
                </a:cubicBezTo>
                <a:cubicBezTo>
                  <a:pt x="1547" y="420"/>
                  <a:pt x="1548" y="421"/>
                  <a:pt x="1549" y="421"/>
                </a:cubicBezTo>
                <a:close/>
                <a:moveTo>
                  <a:pt x="1697" y="577"/>
                </a:moveTo>
                <a:cubicBezTo>
                  <a:pt x="1698" y="577"/>
                  <a:pt x="1698" y="576"/>
                  <a:pt x="1698" y="576"/>
                </a:cubicBezTo>
                <a:cubicBezTo>
                  <a:pt x="1698" y="575"/>
                  <a:pt x="1698" y="575"/>
                  <a:pt x="1697" y="575"/>
                </a:cubicBezTo>
                <a:cubicBezTo>
                  <a:pt x="1696" y="575"/>
                  <a:pt x="1696" y="575"/>
                  <a:pt x="1696" y="576"/>
                </a:cubicBezTo>
                <a:cubicBezTo>
                  <a:pt x="1696" y="576"/>
                  <a:pt x="1696" y="577"/>
                  <a:pt x="1697" y="577"/>
                </a:cubicBezTo>
                <a:close/>
                <a:moveTo>
                  <a:pt x="1837" y="741"/>
                </a:moveTo>
                <a:cubicBezTo>
                  <a:pt x="1838" y="741"/>
                  <a:pt x="1838" y="740"/>
                  <a:pt x="1838" y="740"/>
                </a:cubicBezTo>
                <a:cubicBezTo>
                  <a:pt x="1838" y="739"/>
                  <a:pt x="1838" y="738"/>
                  <a:pt x="1837" y="738"/>
                </a:cubicBezTo>
                <a:cubicBezTo>
                  <a:pt x="1836" y="738"/>
                  <a:pt x="1835" y="739"/>
                  <a:pt x="1835" y="740"/>
                </a:cubicBezTo>
                <a:cubicBezTo>
                  <a:pt x="1835" y="740"/>
                  <a:pt x="1836" y="741"/>
                  <a:pt x="1837" y="741"/>
                </a:cubicBezTo>
                <a:close/>
                <a:moveTo>
                  <a:pt x="1968" y="912"/>
                </a:moveTo>
                <a:cubicBezTo>
                  <a:pt x="1969" y="912"/>
                  <a:pt x="1970" y="911"/>
                  <a:pt x="1970" y="910"/>
                </a:cubicBezTo>
                <a:cubicBezTo>
                  <a:pt x="1970" y="909"/>
                  <a:pt x="1969" y="909"/>
                  <a:pt x="1968" y="909"/>
                </a:cubicBezTo>
                <a:cubicBezTo>
                  <a:pt x="1967" y="909"/>
                  <a:pt x="1966" y="909"/>
                  <a:pt x="1966" y="910"/>
                </a:cubicBezTo>
                <a:cubicBezTo>
                  <a:pt x="1966" y="911"/>
                  <a:pt x="1967" y="912"/>
                  <a:pt x="1968" y="912"/>
                </a:cubicBezTo>
                <a:close/>
                <a:moveTo>
                  <a:pt x="2090" y="1090"/>
                </a:moveTo>
                <a:cubicBezTo>
                  <a:pt x="2091" y="1090"/>
                  <a:pt x="2092" y="1089"/>
                  <a:pt x="2092" y="1088"/>
                </a:cubicBezTo>
                <a:cubicBezTo>
                  <a:pt x="2092" y="1087"/>
                  <a:pt x="2091" y="1086"/>
                  <a:pt x="2090" y="1086"/>
                </a:cubicBezTo>
                <a:cubicBezTo>
                  <a:pt x="2089" y="1086"/>
                  <a:pt x="2088" y="1087"/>
                  <a:pt x="2088" y="1088"/>
                </a:cubicBezTo>
                <a:cubicBezTo>
                  <a:pt x="2088" y="1089"/>
                  <a:pt x="2089" y="1090"/>
                  <a:pt x="2090" y="1090"/>
                </a:cubicBezTo>
                <a:close/>
                <a:moveTo>
                  <a:pt x="2202" y="1275"/>
                </a:moveTo>
                <a:cubicBezTo>
                  <a:pt x="2204" y="1275"/>
                  <a:pt x="2206" y="1273"/>
                  <a:pt x="2206" y="1272"/>
                </a:cubicBezTo>
                <a:cubicBezTo>
                  <a:pt x="2206" y="1270"/>
                  <a:pt x="2204" y="1268"/>
                  <a:pt x="2202" y="1268"/>
                </a:cubicBezTo>
                <a:cubicBezTo>
                  <a:pt x="2201" y="1268"/>
                  <a:pt x="2199" y="1270"/>
                  <a:pt x="2199" y="1272"/>
                </a:cubicBezTo>
                <a:cubicBezTo>
                  <a:pt x="2199" y="1273"/>
                  <a:pt x="2201" y="1275"/>
                  <a:pt x="2202" y="1275"/>
                </a:cubicBezTo>
                <a:close/>
                <a:moveTo>
                  <a:pt x="2305" y="1466"/>
                </a:moveTo>
                <a:cubicBezTo>
                  <a:pt x="2308" y="1466"/>
                  <a:pt x="2310" y="1464"/>
                  <a:pt x="2310" y="1461"/>
                </a:cubicBezTo>
                <a:cubicBezTo>
                  <a:pt x="2310" y="1458"/>
                  <a:pt x="2308" y="1456"/>
                  <a:pt x="2305" y="1456"/>
                </a:cubicBezTo>
                <a:cubicBezTo>
                  <a:pt x="2302" y="1456"/>
                  <a:pt x="2300" y="1458"/>
                  <a:pt x="2300" y="1461"/>
                </a:cubicBezTo>
                <a:cubicBezTo>
                  <a:pt x="2300" y="1464"/>
                  <a:pt x="2302" y="1466"/>
                  <a:pt x="2305" y="1466"/>
                </a:cubicBezTo>
                <a:close/>
                <a:moveTo>
                  <a:pt x="2398" y="1663"/>
                </a:moveTo>
                <a:cubicBezTo>
                  <a:pt x="2402" y="1663"/>
                  <a:pt x="2406" y="1660"/>
                  <a:pt x="2406" y="1655"/>
                </a:cubicBezTo>
                <a:cubicBezTo>
                  <a:pt x="2406" y="1651"/>
                  <a:pt x="2402" y="1647"/>
                  <a:pt x="2398" y="1647"/>
                </a:cubicBezTo>
                <a:cubicBezTo>
                  <a:pt x="2394" y="1647"/>
                  <a:pt x="2390" y="1651"/>
                  <a:pt x="2390" y="1655"/>
                </a:cubicBezTo>
                <a:cubicBezTo>
                  <a:pt x="2390" y="1660"/>
                  <a:pt x="2394" y="1663"/>
                  <a:pt x="2398" y="1663"/>
                </a:cubicBezTo>
                <a:close/>
                <a:moveTo>
                  <a:pt x="2480" y="1866"/>
                </a:moveTo>
                <a:cubicBezTo>
                  <a:pt x="2487" y="1866"/>
                  <a:pt x="2492" y="1861"/>
                  <a:pt x="2492" y="1854"/>
                </a:cubicBezTo>
                <a:cubicBezTo>
                  <a:pt x="2492" y="1848"/>
                  <a:pt x="2487" y="1843"/>
                  <a:pt x="2480" y="1843"/>
                </a:cubicBezTo>
                <a:cubicBezTo>
                  <a:pt x="2474" y="1843"/>
                  <a:pt x="2469" y="1848"/>
                  <a:pt x="2469" y="1854"/>
                </a:cubicBezTo>
                <a:cubicBezTo>
                  <a:pt x="2469" y="1861"/>
                  <a:pt x="2474" y="1866"/>
                  <a:pt x="2480" y="1866"/>
                </a:cubicBezTo>
                <a:close/>
                <a:moveTo>
                  <a:pt x="2552" y="2072"/>
                </a:moveTo>
                <a:cubicBezTo>
                  <a:pt x="2560" y="2072"/>
                  <a:pt x="2567" y="2066"/>
                  <a:pt x="2567" y="2057"/>
                </a:cubicBezTo>
                <a:cubicBezTo>
                  <a:pt x="2567" y="2049"/>
                  <a:pt x="2560" y="2042"/>
                  <a:pt x="2552" y="2042"/>
                </a:cubicBezTo>
                <a:cubicBezTo>
                  <a:pt x="2544" y="2042"/>
                  <a:pt x="2537" y="2049"/>
                  <a:pt x="2537" y="2057"/>
                </a:cubicBezTo>
                <a:cubicBezTo>
                  <a:pt x="2537" y="2066"/>
                  <a:pt x="2544" y="2072"/>
                  <a:pt x="2552" y="2072"/>
                </a:cubicBezTo>
                <a:close/>
                <a:moveTo>
                  <a:pt x="2613" y="2283"/>
                </a:moveTo>
                <a:cubicBezTo>
                  <a:pt x="2624" y="2283"/>
                  <a:pt x="2632" y="2274"/>
                  <a:pt x="2632" y="2264"/>
                </a:cubicBezTo>
                <a:cubicBezTo>
                  <a:pt x="2632" y="2253"/>
                  <a:pt x="2624" y="2245"/>
                  <a:pt x="2613" y="2245"/>
                </a:cubicBezTo>
                <a:cubicBezTo>
                  <a:pt x="2603" y="2245"/>
                  <a:pt x="2595" y="2253"/>
                  <a:pt x="2595" y="2264"/>
                </a:cubicBezTo>
                <a:cubicBezTo>
                  <a:pt x="2595" y="2274"/>
                  <a:pt x="2603" y="2283"/>
                  <a:pt x="2613" y="2283"/>
                </a:cubicBezTo>
                <a:close/>
                <a:moveTo>
                  <a:pt x="2664" y="2494"/>
                </a:moveTo>
                <a:cubicBezTo>
                  <a:pt x="2675" y="2494"/>
                  <a:pt x="2684" y="2485"/>
                  <a:pt x="2684" y="2473"/>
                </a:cubicBezTo>
                <a:cubicBezTo>
                  <a:pt x="2684" y="2462"/>
                  <a:pt x="2675" y="2453"/>
                  <a:pt x="2664" y="2453"/>
                </a:cubicBezTo>
                <a:cubicBezTo>
                  <a:pt x="2652" y="2453"/>
                  <a:pt x="2643" y="2462"/>
                  <a:pt x="2643" y="2473"/>
                </a:cubicBezTo>
                <a:cubicBezTo>
                  <a:pt x="2643" y="2485"/>
                  <a:pt x="2652" y="2494"/>
                  <a:pt x="2664" y="2494"/>
                </a:cubicBezTo>
                <a:close/>
                <a:moveTo>
                  <a:pt x="2703" y="2708"/>
                </a:moveTo>
                <a:cubicBezTo>
                  <a:pt x="2716" y="2708"/>
                  <a:pt x="2726" y="2698"/>
                  <a:pt x="2726" y="2685"/>
                </a:cubicBezTo>
                <a:cubicBezTo>
                  <a:pt x="2726" y="2672"/>
                  <a:pt x="2716" y="2662"/>
                  <a:pt x="2703" y="2662"/>
                </a:cubicBezTo>
                <a:cubicBezTo>
                  <a:pt x="2690" y="2662"/>
                  <a:pt x="2680" y="2672"/>
                  <a:pt x="2680" y="2685"/>
                </a:cubicBezTo>
                <a:cubicBezTo>
                  <a:pt x="2680" y="2698"/>
                  <a:pt x="2690" y="2708"/>
                  <a:pt x="2703" y="2708"/>
                </a:cubicBezTo>
                <a:close/>
                <a:moveTo>
                  <a:pt x="2708" y="2899"/>
                </a:moveTo>
                <a:cubicBezTo>
                  <a:pt x="2708" y="2911"/>
                  <a:pt x="2719" y="2921"/>
                  <a:pt x="2731" y="2921"/>
                </a:cubicBezTo>
                <a:cubicBezTo>
                  <a:pt x="2744" y="2921"/>
                  <a:pt x="2754" y="2911"/>
                  <a:pt x="2754" y="2899"/>
                </a:cubicBezTo>
                <a:cubicBezTo>
                  <a:pt x="2754" y="2886"/>
                  <a:pt x="2744" y="2876"/>
                  <a:pt x="2731" y="2876"/>
                </a:cubicBezTo>
                <a:cubicBezTo>
                  <a:pt x="2719" y="2876"/>
                  <a:pt x="2708" y="2886"/>
                  <a:pt x="2708" y="2899"/>
                </a:cubicBezTo>
                <a:close/>
                <a:moveTo>
                  <a:pt x="2719" y="3113"/>
                </a:moveTo>
                <a:cubicBezTo>
                  <a:pt x="2719" y="3129"/>
                  <a:pt x="2732" y="3142"/>
                  <a:pt x="2748" y="3142"/>
                </a:cubicBezTo>
                <a:cubicBezTo>
                  <a:pt x="2764" y="3142"/>
                  <a:pt x="2777" y="3129"/>
                  <a:pt x="2777" y="3113"/>
                </a:cubicBezTo>
                <a:cubicBezTo>
                  <a:pt x="2777" y="3098"/>
                  <a:pt x="2764" y="3085"/>
                  <a:pt x="2748" y="3085"/>
                </a:cubicBezTo>
                <a:cubicBezTo>
                  <a:pt x="2732" y="3085"/>
                  <a:pt x="2719" y="3098"/>
                  <a:pt x="2719" y="3113"/>
                </a:cubicBezTo>
                <a:close/>
              </a:path>
            </a:pathLst>
          </a:custGeom>
          <a:gradFill>
            <a:gsLst>
              <a:gs pos="0">
                <a:srgbClr val="00AB7A">
                  <a:alpha val="24000"/>
                </a:srgbClr>
              </a:gs>
              <a:gs pos="100000">
                <a:srgbClr val="00AB7A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924" y="123646"/>
            <a:ext cx="1302248" cy="3212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5417-20AD-EE42-8384-F7851A771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"/>
          <p:cNvPicPr>
            <a:picLocks noChangeAspect="1"/>
          </p:cNvPicPr>
          <p:nvPr userDrawn="1"/>
        </p:nvPicPr>
        <p:blipFill>
          <a:blip r:embed="rId18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490150"/>
          </a:xfrm>
          <a:prstGeom prst="rect">
            <a:avLst/>
          </a:prstGeom>
          <a:solidFill>
            <a:srgbClr val="F2F5FA">
              <a:alpha val="56000"/>
            </a:srgbClr>
          </a:solidFill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203200" dist="101600" dir="2700000" algn="tl" rotWithShape="0">
              <a:srgbClr val="243BB3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组合 8"/>
          <p:cNvGrpSpPr>
            <a:grpSpLocks noChangeAspect="1"/>
          </p:cNvGrpSpPr>
          <p:nvPr userDrawn="1"/>
        </p:nvGrpSpPr>
        <p:grpSpPr>
          <a:xfrm>
            <a:off x="166410" y="145630"/>
            <a:ext cx="980008" cy="276161"/>
            <a:chOff x="9242425" y="727075"/>
            <a:chExt cx="1273175" cy="358775"/>
          </a:xfrm>
          <a:solidFill>
            <a:srgbClr val="01AB7A"/>
          </a:solidFill>
        </p:grpSpPr>
        <p:sp>
          <p:nvSpPr>
            <p:cNvPr id="10" name="Freeform 5"/>
            <p:cNvSpPr/>
            <p:nvPr/>
          </p:nvSpPr>
          <p:spPr bwMode="auto">
            <a:xfrm>
              <a:off x="9344025" y="828675"/>
              <a:ext cx="155575" cy="155575"/>
            </a:xfrm>
            <a:custGeom>
              <a:avLst/>
              <a:gdLst>
                <a:gd name="T0" fmla="*/ 504 w 568"/>
                <a:gd name="T1" fmla="*/ 220 h 569"/>
                <a:gd name="T2" fmla="*/ 348 w 568"/>
                <a:gd name="T3" fmla="*/ 220 h 569"/>
                <a:gd name="T4" fmla="*/ 348 w 568"/>
                <a:gd name="T5" fmla="*/ 65 h 569"/>
                <a:gd name="T6" fmla="*/ 284 w 568"/>
                <a:gd name="T7" fmla="*/ 0 h 569"/>
                <a:gd name="T8" fmla="*/ 219 w 568"/>
                <a:gd name="T9" fmla="*/ 65 h 569"/>
                <a:gd name="T10" fmla="*/ 219 w 568"/>
                <a:gd name="T11" fmla="*/ 220 h 569"/>
                <a:gd name="T12" fmla="*/ 64 w 568"/>
                <a:gd name="T13" fmla="*/ 220 h 569"/>
                <a:gd name="T14" fmla="*/ 0 w 568"/>
                <a:gd name="T15" fmla="*/ 284 h 569"/>
                <a:gd name="T16" fmla="*/ 64 w 568"/>
                <a:gd name="T17" fmla="*/ 349 h 569"/>
                <a:gd name="T18" fmla="*/ 219 w 568"/>
                <a:gd name="T19" fmla="*/ 349 h 569"/>
                <a:gd name="T20" fmla="*/ 219 w 568"/>
                <a:gd name="T21" fmla="*/ 504 h 569"/>
                <a:gd name="T22" fmla="*/ 284 w 568"/>
                <a:gd name="T23" fmla="*/ 569 h 569"/>
                <a:gd name="T24" fmla="*/ 348 w 568"/>
                <a:gd name="T25" fmla="*/ 504 h 569"/>
                <a:gd name="T26" fmla="*/ 348 w 568"/>
                <a:gd name="T27" fmla="*/ 349 h 569"/>
                <a:gd name="T28" fmla="*/ 504 w 568"/>
                <a:gd name="T29" fmla="*/ 349 h 569"/>
                <a:gd name="T30" fmla="*/ 568 w 568"/>
                <a:gd name="T31" fmla="*/ 284 h 569"/>
                <a:gd name="T32" fmla="*/ 504 w 568"/>
                <a:gd name="T33" fmla="*/ 220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8" h="569">
                  <a:moveTo>
                    <a:pt x="504" y="220"/>
                  </a:moveTo>
                  <a:cubicBezTo>
                    <a:pt x="348" y="220"/>
                    <a:pt x="348" y="220"/>
                    <a:pt x="348" y="220"/>
                  </a:cubicBezTo>
                  <a:cubicBezTo>
                    <a:pt x="348" y="65"/>
                    <a:pt x="348" y="65"/>
                    <a:pt x="348" y="65"/>
                  </a:cubicBezTo>
                  <a:cubicBezTo>
                    <a:pt x="348" y="29"/>
                    <a:pt x="320" y="0"/>
                    <a:pt x="284" y="0"/>
                  </a:cubicBezTo>
                  <a:cubicBezTo>
                    <a:pt x="248" y="0"/>
                    <a:pt x="219" y="29"/>
                    <a:pt x="219" y="65"/>
                  </a:cubicBezTo>
                  <a:cubicBezTo>
                    <a:pt x="219" y="220"/>
                    <a:pt x="219" y="220"/>
                    <a:pt x="219" y="220"/>
                  </a:cubicBezTo>
                  <a:cubicBezTo>
                    <a:pt x="64" y="220"/>
                    <a:pt x="64" y="220"/>
                    <a:pt x="64" y="220"/>
                  </a:cubicBezTo>
                  <a:cubicBezTo>
                    <a:pt x="28" y="220"/>
                    <a:pt x="0" y="249"/>
                    <a:pt x="0" y="284"/>
                  </a:cubicBezTo>
                  <a:cubicBezTo>
                    <a:pt x="0" y="320"/>
                    <a:pt x="28" y="349"/>
                    <a:pt x="64" y="349"/>
                  </a:cubicBezTo>
                  <a:cubicBezTo>
                    <a:pt x="219" y="349"/>
                    <a:pt x="219" y="349"/>
                    <a:pt x="219" y="349"/>
                  </a:cubicBezTo>
                  <a:cubicBezTo>
                    <a:pt x="219" y="504"/>
                    <a:pt x="219" y="504"/>
                    <a:pt x="219" y="504"/>
                  </a:cubicBezTo>
                  <a:cubicBezTo>
                    <a:pt x="219" y="540"/>
                    <a:pt x="248" y="569"/>
                    <a:pt x="284" y="569"/>
                  </a:cubicBezTo>
                  <a:cubicBezTo>
                    <a:pt x="320" y="569"/>
                    <a:pt x="348" y="540"/>
                    <a:pt x="348" y="504"/>
                  </a:cubicBezTo>
                  <a:cubicBezTo>
                    <a:pt x="348" y="349"/>
                    <a:pt x="348" y="349"/>
                    <a:pt x="348" y="349"/>
                  </a:cubicBezTo>
                  <a:cubicBezTo>
                    <a:pt x="504" y="349"/>
                    <a:pt x="504" y="349"/>
                    <a:pt x="504" y="349"/>
                  </a:cubicBezTo>
                  <a:cubicBezTo>
                    <a:pt x="539" y="349"/>
                    <a:pt x="568" y="320"/>
                    <a:pt x="568" y="284"/>
                  </a:cubicBezTo>
                  <a:cubicBezTo>
                    <a:pt x="568" y="249"/>
                    <a:pt x="539" y="220"/>
                    <a:pt x="504" y="2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9242425" y="727075"/>
              <a:ext cx="358775" cy="358775"/>
            </a:xfrm>
            <a:custGeom>
              <a:avLst/>
              <a:gdLst>
                <a:gd name="T0" fmla="*/ 1211 w 1304"/>
                <a:gd name="T1" fmla="*/ 316 h 1304"/>
                <a:gd name="T2" fmla="*/ 1193 w 1304"/>
                <a:gd name="T3" fmla="*/ 289 h 1304"/>
                <a:gd name="T4" fmla="*/ 863 w 1304"/>
                <a:gd name="T5" fmla="*/ 35 h 1304"/>
                <a:gd name="T6" fmla="*/ 849 w 1304"/>
                <a:gd name="T7" fmla="*/ 31 h 1304"/>
                <a:gd name="T8" fmla="*/ 831 w 1304"/>
                <a:gd name="T9" fmla="*/ 25 h 1304"/>
                <a:gd name="T10" fmla="*/ 808 w 1304"/>
                <a:gd name="T11" fmla="*/ 19 h 1304"/>
                <a:gd name="T12" fmla="*/ 788 w 1304"/>
                <a:gd name="T13" fmla="*/ 15 h 1304"/>
                <a:gd name="T14" fmla="*/ 742 w 1304"/>
                <a:gd name="T15" fmla="*/ 7 h 1304"/>
                <a:gd name="T16" fmla="*/ 721 w 1304"/>
                <a:gd name="T17" fmla="*/ 4 h 1304"/>
                <a:gd name="T18" fmla="*/ 694 w 1304"/>
                <a:gd name="T19" fmla="*/ 2 h 1304"/>
                <a:gd name="T20" fmla="*/ 671 w 1304"/>
                <a:gd name="T21" fmla="*/ 1 h 1304"/>
                <a:gd name="T22" fmla="*/ 651 w 1304"/>
                <a:gd name="T23" fmla="*/ 0 h 1304"/>
                <a:gd name="T24" fmla="*/ 113 w 1304"/>
                <a:gd name="T25" fmla="*/ 286 h 1304"/>
                <a:gd name="T26" fmla="*/ 104 w 1304"/>
                <a:gd name="T27" fmla="*/ 300 h 1304"/>
                <a:gd name="T28" fmla="*/ 89 w 1304"/>
                <a:gd name="T29" fmla="*/ 323 h 1304"/>
                <a:gd name="T30" fmla="*/ 81 w 1304"/>
                <a:gd name="T31" fmla="*/ 338 h 1304"/>
                <a:gd name="T32" fmla="*/ 72 w 1304"/>
                <a:gd name="T33" fmla="*/ 354 h 1304"/>
                <a:gd name="T34" fmla="*/ 64 w 1304"/>
                <a:gd name="T35" fmla="*/ 371 h 1304"/>
                <a:gd name="T36" fmla="*/ 0 w 1304"/>
                <a:gd name="T37" fmla="*/ 652 h 1304"/>
                <a:gd name="T38" fmla="*/ 71 w 1304"/>
                <a:gd name="T39" fmla="*/ 949 h 1304"/>
                <a:gd name="T40" fmla="*/ 444 w 1304"/>
                <a:gd name="T41" fmla="*/ 1270 h 1304"/>
                <a:gd name="T42" fmla="*/ 464 w 1304"/>
                <a:gd name="T43" fmla="*/ 1277 h 1304"/>
                <a:gd name="T44" fmla="*/ 491 w 1304"/>
                <a:gd name="T45" fmla="*/ 1284 h 1304"/>
                <a:gd name="T46" fmla="*/ 513 w 1304"/>
                <a:gd name="T47" fmla="*/ 1289 h 1304"/>
                <a:gd name="T48" fmla="*/ 652 w 1304"/>
                <a:gd name="T49" fmla="*/ 1304 h 1304"/>
                <a:gd name="T50" fmla="*/ 686 w 1304"/>
                <a:gd name="T51" fmla="*/ 1304 h 1304"/>
                <a:gd name="T52" fmla="*/ 768 w 1304"/>
                <a:gd name="T53" fmla="*/ 1294 h 1304"/>
                <a:gd name="T54" fmla="*/ 784 w 1304"/>
                <a:gd name="T55" fmla="*/ 1291 h 1304"/>
                <a:gd name="T56" fmla="*/ 833 w 1304"/>
                <a:gd name="T57" fmla="*/ 1279 h 1304"/>
                <a:gd name="T58" fmla="*/ 850 w 1304"/>
                <a:gd name="T59" fmla="*/ 1274 h 1304"/>
                <a:gd name="T60" fmla="*/ 878 w 1304"/>
                <a:gd name="T61" fmla="*/ 1264 h 1304"/>
                <a:gd name="T62" fmla="*/ 897 w 1304"/>
                <a:gd name="T63" fmla="*/ 1257 h 1304"/>
                <a:gd name="T64" fmla="*/ 921 w 1304"/>
                <a:gd name="T65" fmla="*/ 1246 h 1304"/>
                <a:gd name="T66" fmla="*/ 940 w 1304"/>
                <a:gd name="T67" fmla="*/ 1238 h 1304"/>
                <a:gd name="T68" fmla="*/ 962 w 1304"/>
                <a:gd name="T69" fmla="*/ 1226 h 1304"/>
                <a:gd name="T70" fmla="*/ 980 w 1304"/>
                <a:gd name="T71" fmla="*/ 1216 h 1304"/>
                <a:gd name="T72" fmla="*/ 1304 w 1304"/>
                <a:gd name="T73" fmla="*/ 652 h 1304"/>
                <a:gd name="T74" fmla="*/ 1038 w 1304"/>
                <a:gd name="T75" fmla="*/ 1101 h 1304"/>
                <a:gd name="T76" fmla="*/ 342 w 1304"/>
                <a:gd name="T77" fmla="*/ 920 h 1304"/>
                <a:gd name="T78" fmla="*/ 115 w 1304"/>
                <a:gd name="T79" fmla="*/ 891 h 1304"/>
                <a:gd name="T80" fmla="*/ 112 w 1304"/>
                <a:gd name="T81" fmla="*/ 894 h 1304"/>
                <a:gd name="T82" fmla="*/ 267 w 1304"/>
                <a:gd name="T83" fmla="*/ 203 h 1304"/>
                <a:gd name="T84" fmla="*/ 962 w 1304"/>
                <a:gd name="T85" fmla="*/ 384 h 1304"/>
                <a:gd name="T86" fmla="*/ 1189 w 1304"/>
                <a:gd name="T87" fmla="*/ 414 h 1304"/>
                <a:gd name="T88" fmla="*/ 1193 w 1304"/>
                <a:gd name="T89" fmla="*/ 410 h 1304"/>
                <a:gd name="T90" fmla="*/ 1038 w 1304"/>
                <a:gd name="T91" fmla="*/ 1101 h 1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04" h="1304">
                  <a:moveTo>
                    <a:pt x="1212" y="319"/>
                  </a:moveTo>
                  <a:cubicBezTo>
                    <a:pt x="1212" y="318"/>
                    <a:pt x="1211" y="317"/>
                    <a:pt x="1211" y="316"/>
                  </a:cubicBezTo>
                  <a:cubicBezTo>
                    <a:pt x="1208" y="311"/>
                    <a:pt x="1205" y="306"/>
                    <a:pt x="1202" y="301"/>
                  </a:cubicBezTo>
                  <a:cubicBezTo>
                    <a:pt x="1199" y="297"/>
                    <a:pt x="1196" y="293"/>
                    <a:pt x="1193" y="289"/>
                  </a:cubicBezTo>
                  <a:cubicBezTo>
                    <a:pt x="1193" y="288"/>
                    <a:pt x="1193" y="288"/>
                    <a:pt x="1193" y="288"/>
                  </a:cubicBezTo>
                  <a:cubicBezTo>
                    <a:pt x="1114" y="171"/>
                    <a:pt x="999" y="81"/>
                    <a:pt x="863" y="35"/>
                  </a:cubicBezTo>
                  <a:cubicBezTo>
                    <a:pt x="862" y="35"/>
                    <a:pt x="862" y="35"/>
                    <a:pt x="861" y="35"/>
                  </a:cubicBezTo>
                  <a:cubicBezTo>
                    <a:pt x="857" y="33"/>
                    <a:pt x="853" y="32"/>
                    <a:pt x="849" y="31"/>
                  </a:cubicBezTo>
                  <a:cubicBezTo>
                    <a:pt x="847" y="30"/>
                    <a:pt x="844" y="29"/>
                    <a:pt x="842" y="28"/>
                  </a:cubicBezTo>
                  <a:cubicBezTo>
                    <a:pt x="838" y="27"/>
                    <a:pt x="835" y="26"/>
                    <a:pt x="831" y="25"/>
                  </a:cubicBezTo>
                  <a:cubicBezTo>
                    <a:pt x="826" y="24"/>
                    <a:pt x="820" y="22"/>
                    <a:pt x="814" y="21"/>
                  </a:cubicBezTo>
                  <a:cubicBezTo>
                    <a:pt x="812" y="20"/>
                    <a:pt x="810" y="20"/>
                    <a:pt x="808" y="19"/>
                  </a:cubicBezTo>
                  <a:cubicBezTo>
                    <a:pt x="803" y="18"/>
                    <a:pt x="798" y="17"/>
                    <a:pt x="794" y="16"/>
                  </a:cubicBezTo>
                  <a:cubicBezTo>
                    <a:pt x="792" y="15"/>
                    <a:pt x="790" y="15"/>
                    <a:pt x="788" y="15"/>
                  </a:cubicBezTo>
                  <a:cubicBezTo>
                    <a:pt x="774" y="12"/>
                    <a:pt x="761" y="9"/>
                    <a:pt x="747" y="7"/>
                  </a:cubicBezTo>
                  <a:cubicBezTo>
                    <a:pt x="745" y="7"/>
                    <a:pt x="744" y="7"/>
                    <a:pt x="742" y="7"/>
                  </a:cubicBezTo>
                  <a:cubicBezTo>
                    <a:pt x="736" y="6"/>
                    <a:pt x="730" y="5"/>
                    <a:pt x="724" y="4"/>
                  </a:cubicBezTo>
                  <a:cubicBezTo>
                    <a:pt x="723" y="4"/>
                    <a:pt x="722" y="4"/>
                    <a:pt x="721" y="4"/>
                  </a:cubicBezTo>
                  <a:cubicBezTo>
                    <a:pt x="714" y="3"/>
                    <a:pt x="707" y="3"/>
                    <a:pt x="700" y="2"/>
                  </a:cubicBezTo>
                  <a:cubicBezTo>
                    <a:pt x="698" y="2"/>
                    <a:pt x="696" y="2"/>
                    <a:pt x="694" y="2"/>
                  </a:cubicBezTo>
                  <a:cubicBezTo>
                    <a:pt x="690" y="1"/>
                    <a:pt x="685" y="1"/>
                    <a:pt x="680" y="1"/>
                  </a:cubicBezTo>
                  <a:cubicBezTo>
                    <a:pt x="677" y="1"/>
                    <a:pt x="674" y="1"/>
                    <a:pt x="671" y="1"/>
                  </a:cubicBezTo>
                  <a:cubicBezTo>
                    <a:pt x="668" y="1"/>
                    <a:pt x="664" y="1"/>
                    <a:pt x="660" y="1"/>
                  </a:cubicBezTo>
                  <a:cubicBezTo>
                    <a:pt x="657" y="0"/>
                    <a:pt x="654" y="0"/>
                    <a:pt x="651" y="0"/>
                  </a:cubicBezTo>
                  <a:cubicBezTo>
                    <a:pt x="640" y="0"/>
                    <a:pt x="629" y="1"/>
                    <a:pt x="618" y="1"/>
                  </a:cubicBezTo>
                  <a:cubicBezTo>
                    <a:pt x="408" y="12"/>
                    <a:pt x="224" y="123"/>
                    <a:pt x="113" y="286"/>
                  </a:cubicBezTo>
                  <a:cubicBezTo>
                    <a:pt x="112" y="287"/>
                    <a:pt x="112" y="288"/>
                    <a:pt x="111" y="289"/>
                  </a:cubicBezTo>
                  <a:cubicBezTo>
                    <a:pt x="109" y="293"/>
                    <a:pt x="106" y="296"/>
                    <a:pt x="104" y="300"/>
                  </a:cubicBezTo>
                  <a:cubicBezTo>
                    <a:pt x="103" y="301"/>
                    <a:pt x="102" y="302"/>
                    <a:pt x="101" y="304"/>
                  </a:cubicBezTo>
                  <a:cubicBezTo>
                    <a:pt x="97" y="310"/>
                    <a:pt x="93" y="317"/>
                    <a:pt x="89" y="323"/>
                  </a:cubicBezTo>
                  <a:cubicBezTo>
                    <a:pt x="88" y="325"/>
                    <a:pt x="87" y="327"/>
                    <a:pt x="86" y="329"/>
                  </a:cubicBezTo>
                  <a:cubicBezTo>
                    <a:pt x="85" y="332"/>
                    <a:pt x="83" y="335"/>
                    <a:pt x="81" y="338"/>
                  </a:cubicBezTo>
                  <a:cubicBezTo>
                    <a:pt x="80" y="341"/>
                    <a:pt x="78" y="343"/>
                    <a:pt x="77" y="346"/>
                  </a:cubicBezTo>
                  <a:cubicBezTo>
                    <a:pt x="75" y="348"/>
                    <a:pt x="74" y="351"/>
                    <a:pt x="72" y="354"/>
                  </a:cubicBezTo>
                  <a:cubicBezTo>
                    <a:pt x="70" y="358"/>
                    <a:pt x="68" y="363"/>
                    <a:pt x="66" y="367"/>
                  </a:cubicBezTo>
                  <a:cubicBezTo>
                    <a:pt x="65" y="368"/>
                    <a:pt x="65" y="369"/>
                    <a:pt x="64" y="371"/>
                  </a:cubicBezTo>
                  <a:cubicBezTo>
                    <a:pt x="64" y="371"/>
                    <a:pt x="64" y="371"/>
                    <a:pt x="64" y="371"/>
                  </a:cubicBezTo>
                  <a:cubicBezTo>
                    <a:pt x="23" y="456"/>
                    <a:pt x="0" y="552"/>
                    <a:pt x="0" y="652"/>
                  </a:cubicBezTo>
                  <a:cubicBezTo>
                    <a:pt x="0" y="759"/>
                    <a:pt x="26" y="860"/>
                    <a:pt x="71" y="948"/>
                  </a:cubicBezTo>
                  <a:cubicBezTo>
                    <a:pt x="71" y="949"/>
                    <a:pt x="71" y="949"/>
                    <a:pt x="71" y="949"/>
                  </a:cubicBezTo>
                  <a:cubicBezTo>
                    <a:pt x="148" y="1099"/>
                    <a:pt x="281" y="1215"/>
                    <a:pt x="442" y="1270"/>
                  </a:cubicBezTo>
                  <a:cubicBezTo>
                    <a:pt x="442" y="1270"/>
                    <a:pt x="443" y="1270"/>
                    <a:pt x="444" y="1270"/>
                  </a:cubicBezTo>
                  <a:cubicBezTo>
                    <a:pt x="447" y="1271"/>
                    <a:pt x="451" y="1273"/>
                    <a:pt x="455" y="1274"/>
                  </a:cubicBezTo>
                  <a:cubicBezTo>
                    <a:pt x="458" y="1275"/>
                    <a:pt x="461" y="1276"/>
                    <a:pt x="464" y="1277"/>
                  </a:cubicBezTo>
                  <a:cubicBezTo>
                    <a:pt x="467" y="1278"/>
                    <a:pt x="470" y="1278"/>
                    <a:pt x="472" y="1279"/>
                  </a:cubicBezTo>
                  <a:cubicBezTo>
                    <a:pt x="479" y="1281"/>
                    <a:pt x="485" y="1283"/>
                    <a:pt x="491" y="1284"/>
                  </a:cubicBezTo>
                  <a:cubicBezTo>
                    <a:pt x="492" y="1284"/>
                    <a:pt x="493" y="1285"/>
                    <a:pt x="494" y="1285"/>
                  </a:cubicBezTo>
                  <a:cubicBezTo>
                    <a:pt x="500" y="1286"/>
                    <a:pt x="507" y="1288"/>
                    <a:pt x="513" y="1289"/>
                  </a:cubicBezTo>
                  <a:cubicBezTo>
                    <a:pt x="514" y="1290"/>
                    <a:pt x="514" y="1290"/>
                    <a:pt x="515" y="1290"/>
                  </a:cubicBezTo>
                  <a:cubicBezTo>
                    <a:pt x="559" y="1299"/>
                    <a:pt x="605" y="1304"/>
                    <a:pt x="652" y="1304"/>
                  </a:cubicBezTo>
                  <a:cubicBezTo>
                    <a:pt x="660" y="1304"/>
                    <a:pt x="668" y="1304"/>
                    <a:pt x="676" y="1304"/>
                  </a:cubicBezTo>
                  <a:cubicBezTo>
                    <a:pt x="680" y="1304"/>
                    <a:pt x="683" y="1304"/>
                    <a:pt x="686" y="1304"/>
                  </a:cubicBezTo>
                  <a:cubicBezTo>
                    <a:pt x="714" y="1302"/>
                    <a:pt x="741" y="1299"/>
                    <a:pt x="768" y="1294"/>
                  </a:cubicBezTo>
                  <a:cubicBezTo>
                    <a:pt x="768" y="1294"/>
                    <a:pt x="768" y="1294"/>
                    <a:pt x="768" y="1294"/>
                  </a:cubicBezTo>
                  <a:cubicBezTo>
                    <a:pt x="773" y="1293"/>
                    <a:pt x="778" y="1292"/>
                    <a:pt x="784" y="1291"/>
                  </a:cubicBezTo>
                  <a:cubicBezTo>
                    <a:pt x="784" y="1291"/>
                    <a:pt x="784" y="1291"/>
                    <a:pt x="784" y="1291"/>
                  </a:cubicBezTo>
                  <a:cubicBezTo>
                    <a:pt x="799" y="1288"/>
                    <a:pt x="814" y="1284"/>
                    <a:pt x="828" y="1280"/>
                  </a:cubicBezTo>
                  <a:cubicBezTo>
                    <a:pt x="830" y="1280"/>
                    <a:pt x="831" y="1279"/>
                    <a:pt x="833" y="1279"/>
                  </a:cubicBezTo>
                  <a:cubicBezTo>
                    <a:pt x="837" y="1278"/>
                    <a:pt x="841" y="1276"/>
                    <a:pt x="846" y="1275"/>
                  </a:cubicBezTo>
                  <a:cubicBezTo>
                    <a:pt x="847" y="1275"/>
                    <a:pt x="848" y="1274"/>
                    <a:pt x="850" y="1274"/>
                  </a:cubicBezTo>
                  <a:cubicBezTo>
                    <a:pt x="857" y="1272"/>
                    <a:pt x="864" y="1269"/>
                    <a:pt x="871" y="1267"/>
                  </a:cubicBezTo>
                  <a:cubicBezTo>
                    <a:pt x="873" y="1266"/>
                    <a:pt x="876" y="1265"/>
                    <a:pt x="878" y="1264"/>
                  </a:cubicBezTo>
                  <a:cubicBezTo>
                    <a:pt x="881" y="1263"/>
                    <a:pt x="885" y="1262"/>
                    <a:pt x="888" y="1260"/>
                  </a:cubicBezTo>
                  <a:cubicBezTo>
                    <a:pt x="891" y="1259"/>
                    <a:pt x="894" y="1258"/>
                    <a:pt x="897" y="1257"/>
                  </a:cubicBezTo>
                  <a:cubicBezTo>
                    <a:pt x="900" y="1256"/>
                    <a:pt x="902" y="1255"/>
                    <a:pt x="905" y="1253"/>
                  </a:cubicBezTo>
                  <a:cubicBezTo>
                    <a:pt x="911" y="1251"/>
                    <a:pt x="916" y="1249"/>
                    <a:pt x="921" y="1246"/>
                  </a:cubicBezTo>
                  <a:cubicBezTo>
                    <a:pt x="923" y="1246"/>
                    <a:pt x="925" y="1245"/>
                    <a:pt x="927" y="1244"/>
                  </a:cubicBezTo>
                  <a:cubicBezTo>
                    <a:pt x="931" y="1242"/>
                    <a:pt x="935" y="1240"/>
                    <a:pt x="940" y="1238"/>
                  </a:cubicBezTo>
                  <a:cubicBezTo>
                    <a:pt x="945" y="1235"/>
                    <a:pt x="945" y="1235"/>
                    <a:pt x="945" y="1235"/>
                  </a:cubicBezTo>
                  <a:cubicBezTo>
                    <a:pt x="950" y="1232"/>
                    <a:pt x="956" y="1229"/>
                    <a:pt x="962" y="1226"/>
                  </a:cubicBezTo>
                  <a:cubicBezTo>
                    <a:pt x="962" y="1226"/>
                    <a:pt x="962" y="1226"/>
                    <a:pt x="962" y="1226"/>
                  </a:cubicBezTo>
                  <a:cubicBezTo>
                    <a:pt x="968" y="1223"/>
                    <a:pt x="974" y="1219"/>
                    <a:pt x="980" y="1216"/>
                  </a:cubicBezTo>
                  <a:cubicBezTo>
                    <a:pt x="981" y="1216"/>
                    <a:pt x="981" y="1216"/>
                    <a:pt x="981" y="1215"/>
                  </a:cubicBezTo>
                  <a:cubicBezTo>
                    <a:pt x="1174" y="1102"/>
                    <a:pt x="1304" y="892"/>
                    <a:pt x="1304" y="652"/>
                  </a:cubicBezTo>
                  <a:cubicBezTo>
                    <a:pt x="1304" y="530"/>
                    <a:pt x="1271" y="416"/>
                    <a:pt x="1212" y="319"/>
                  </a:cubicBezTo>
                  <a:moveTo>
                    <a:pt x="1038" y="1101"/>
                  </a:moveTo>
                  <a:cubicBezTo>
                    <a:pt x="994" y="1124"/>
                    <a:pt x="942" y="1142"/>
                    <a:pt x="886" y="1148"/>
                  </a:cubicBezTo>
                  <a:cubicBezTo>
                    <a:pt x="660" y="1173"/>
                    <a:pt x="513" y="1090"/>
                    <a:pt x="342" y="920"/>
                  </a:cubicBezTo>
                  <a:cubicBezTo>
                    <a:pt x="319" y="898"/>
                    <a:pt x="281" y="875"/>
                    <a:pt x="263" y="868"/>
                  </a:cubicBezTo>
                  <a:cubicBezTo>
                    <a:pt x="189" y="842"/>
                    <a:pt x="138" y="874"/>
                    <a:pt x="115" y="891"/>
                  </a:cubicBezTo>
                  <a:cubicBezTo>
                    <a:pt x="115" y="891"/>
                    <a:pt x="115" y="891"/>
                    <a:pt x="115" y="891"/>
                  </a:cubicBezTo>
                  <a:cubicBezTo>
                    <a:pt x="115" y="891"/>
                    <a:pt x="114" y="892"/>
                    <a:pt x="112" y="894"/>
                  </a:cubicBezTo>
                  <a:cubicBezTo>
                    <a:pt x="79" y="820"/>
                    <a:pt x="60" y="738"/>
                    <a:pt x="60" y="652"/>
                  </a:cubicBezTo>
                  <a:cubicBezTo>
                    <a:pt x="60" y="473"/>
                    <a:pt x="141" y="312"/>
                    <a:pt x="267" y="203"/>
                  </a:cubicBezTo>
                  <a:cubicBezTo>
                    <a:pt x="312" y="180"/>
                    <a:pt x="362" y="163"/>
                    <a:pt x="419" y="157"/>
                  </a:cubicBezTo>
                  <a:cubicBezTo>
                    <a:pt x="644" y="131"/>
                    <a:pt x="791" y="215"/>
                    <a:pt x="962" y="384"/>
                  </a:cubicBezTo>
                  <a:cubicBezTo>
                    <a:pt x="985" y="407"/>
                    <a:pt x="1023" y="430"/>
                    <a:pt x="1041" y="436"/>
                  </a:cubicBezTo>
                  <a:cubicBezTo>
                    <a:pt x="1116" y="463"/>
                    <a:pt x="1167" y="431"/>
                    <a:pt x="1189" y="414"/>
                  </a:cubicBezTo>
                  <a:cubicBezTo>
                    <a:pt x="1189" y="414"/>
                    <a:pt x="1189" y="414"/>
                    <a:pt x="1189" y="414"/>
                  </a:cubicBezTo>
                  <a:cubicBezTo>
                    <a:pt x="1189" y="414"/>
                    <a:pt x="1191" y="412"/>
                    <a:pt x="1193" y="410"/>
                  </a:cubicBezTo>
                  <a:cubicBezTo>
                    <a:pt x="1226" y="484"/>
                    <a:pt x="1244" y="566"/>
                    <a:pt x="1244" y="652"/>
                  </a:cubicBezTo>
                  <a:cubicBezTo>
                    <a:pt x="1244" y="831"/>
                    <a:pt x="1164" y="992"/>
                    <a:pt x="1038" y="110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Freeform 7"/>
            <p:cNvSpPr/>
            <p:nvPr/>
          </p:nvSpPr>
          <p:spPr bwMode="auto">
            <a:xfrm>
              <a:off x="9639300" y="788988"/>
              <a:ext cx="274638" cy="236538"/>
            </a:xfrm>
            <a:custGeom>
              <a:avLst/>
              <a:gdLst>
                <a:gd name="T0" fmla="*/ 998 w 998"/>
                <a:gd name="T1" fmla="*/ 300 h 859"/>
                <a:gd name="T2" fmla="*/ 698 w 998"/>
                <a:gd name="T3" fmla="*/ 0 h 859"/>
                <a:gd name="T4" fmla="*/ 0 w 998"/>
                <a:gd name="T5" fmla="*/ 0 h 859"/>
                <a:gd name="T6" fmla="*/ 0 w 998"/>
                <a:gd name="T7" fmla="*/ 51 h 859"/>
                <a:gd name="T8" fmla="*/ 76 w 998"/>
                <a:gd name="T9" fmla="*/ 128 h 859"/>
                <a:gd name="T10" fmla="*/ 697 w 998"/>
                <a:gd name="T11" fmla="*/ 128 h 859"/>
                <a:gd name="T12" fmla="*/ 870 w 998"/>
                <a:gd name="T13" fmla="*/ 301 h 859"/>
                <a:gd name="T14" fmla="*/ 870 w 998"/>
                <a:gd name="T15" fmla="*/ 343 h 859"/>
                <a:gd name="T16" fmla="*/ 870 w 998"/>
                <a:gd name="T17" fmla="*/ 354 h 859"/>
                <a:gd name="T18" fmla="*/ 859 w 998"/>
                <a:gd name="T19" fmla="*/ 354 h 859"/>
                <a:gd name="T20" fmla="*/ 86 w 998"/>
                <a:gd name="T21" fmla="*/ 354 h 859"/>
                <a:gd name="T22" fmla="*/ 86 w 998"/>
                <a:gd name="T23" fmla="*/ 482 h 859"/>
                <a:gd name="T24" fmla="*/ 859 w 998"/>
                <a:gd name="T25" fmla="*/ 482 h 859"/>
                <a:gd name="T26" fmla="*/ 870 w 998"/>
                <a:gd name="T27" fmla="*/ 482 h 859"/>
                <a:gd name="T28" fmla="*/ 870 w 998"/>
                <a:gd name="T29" fmla="*/ 493 h 859"/>
                <a:gd name="T30" fmla="*/ 870 w 998"/>
                <a:gd name="T31" fmla="*/ 558 h 859"/>
                <a:gd name="T32" fmla="*/ 697 w 998"/>
                <a:gd name="T33" fmla="*/ 731 h 859"/>
                <a:gd name="T34" fmla="*/ 77 w 998"/>
                <a:gd name="T35" fmla="*/ 731 h 859"/>
                <a:gd name="T36" fmla="*/ 0 w 998"/>
                <a:gd name="T37" fmla="*/ 808 h 859"/>
                <a:gd name="T38" fmla="*/ 0 w 998"/>
                <a:gd name="T39" fmla="*/ 859 h 859"/>
                <a:gd name="T40" fmla="*/ 694 w 998"/>
                <a:gd name="T41" fmla="*/ 859 h 859"/>
                <a:gd name="T42" fmla="*/ 891 w 998"/>
                <a:gd name="T43" fmla="*/ 784 h 859"/>
                <a:gd name="T44" fmla="*/ 998 w 998"/>
                <a:gd name="T45" fmla="*/ 562 h 859"/>
                <a:gd name="T46" fmla="*/ 998 w 998"/>
                <a:gd name="T47" fmla="*/ 30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98" h="859">
                  <a:moveTo>
                    <a:pt x="998" y="300"/>
                  </a:moveTo>
                  <a:cubicBezTo>
                    <a:pt x="998" y="146"/>
                    <a:pt x="863" y="0"/>
                    <a:pt x="69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94"/>
                    <a:pt x="34" y="128"/>
                    <a:pt x="76" y="128"/>
                  </a:cubicBezTo>
                  <a:cubicBezTo>
                    <a:pt x="697" y="128"/>
                    <a:pt x="697" y="128"/>
                    <a:pt x="697" y="128"/>
                  </a:cubicBezTo>
                  <a:cubicBezTo>
                    <a:pt x="792" y="128"/>
                    <a:pt x="870" y="206"/>
                    <a:pt x="870" y="301"/>
                  </a:cubicBezTo>
                  <a:cubicBezTo>
                    <a:pt x="870" y="343"/>
                    <a:pt x="870" y="343"/>
                    <a:pt x="870" y="343"/>
                  </a:cubicBezTo>
                  <a:cubicBezTo>
                    <a:pt x="870" y="354"/>
                    <a:pt x="870" y="354"/>
                    <a:pt x="870" y="354"/>
                  </a:cubicBezTo>
                  <a:cubicBezTo>
                    <a:pt x="859" y="354"/>
                    <a:pt x="859" y="354"/>
                    <a:pt x="859" y="354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86" y="482"/>
                    <a:pt x="86" y="482"/>
                    <a:pt x="86" y="482"/>
                  </a:cubicBezTo>
                  <a:cubicBezTo>
                    <a:pt x="859" y="482"/>
                    <a:pt x="859" y="482"/>
                    <a:pt x="859" y="482"/>
                  </a:cubicBezTo>
                  <a:cubicBezTo>
                    <a:pt x="870" y="482"/>
                    <a:pt x="870" y="482"/>
                    <a:pt x="870" y="482"/>
                  </a:cubicBezTo>
                  <a:cubicBezTo>
                    <a:pt x="870" y="493"/>
                    <a:pt x="870" y="493"/>
                    <a:pt x="870" y="493"/>
                  </a:cubicBezTo>
                  <a:cubicBezTo>
                    <a:pt x="870" y="558"/>
                    <a:pt x="870" y="558"/>
                    <a:pt x="870" y="558"/>
                  </a:cubicBezTo>
                  <a:cubicBezTo>
                    <a:pt x="870" y="653"/>
                    <a:pt x="793" y="731"/>
                    <a:pt x="697" y="731"/>
                  </a:cubicBezTo>
                  <a:cubicBezTo>
                    <a:pt x="77" y="731"/>
                    <a:pt x="77" y="731"/>
                    <a:pt x="77" y="731"/>
                  </a:cubicBezTo>
                  <a:cubicBezTo>
                    <a:pt x="34" y="731"/>
                    <a:pt x="0" y="765"/>
                    <a:pt x="0" y="808"/>
                  </a:cubicBezTo>
                  <a:cubicBezTo>
                    <a:pt x="0" y="859"/>
                    <a:pt x="0" y="859"/>
                    <a:pt x="0" y="859"/>
                  </a:cubicBezTo>
                  <a:cubicBezTo>
                    <a:pt x="694" y="859"/>
                    <a:pt x="694" y="859"/>
                    <a:pt x="694" y="859"/>
                  </a:cubicBezTo>
                  <a:cubicBezTo>
                    <a:pt x="769" y="859"/>
                    <a:pt x="834" y="832"/>
                    <a:pt x="891" y="784"/>
                  </a:cubicBezTo>
                  <a:cubicBezTo>
                    <a:pt x="964" y="724"/>
                    <a:pt x="998" y="628"/>
                    <a:pt x="998" y="562"/>
                  </a:cubicBezTo>
                  <a:lnTo>
                    <a:pt x="99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9944100" y="788988"/>
              <a:ext cx="271463" cy="236538"/>
            </a:xfrm>
            <a:custGeom>
              <a:avLst/>
              <a:gdLst>
                <a:gd name="T0" fmla="*/ 0 w 983"/>
                <a:gd name="T1" fmla="*/ 300 h 859"/>
                <a:gd name="T2" fmla="*/ 0 w 983"/>
                <a:gd name="T3" fmla="*/ 558 h 859"/>
                <a:gd name="T4" fmla="*/ 301 w 983"/>
                <a:gd name="T5" fmla="*/ 859 h 859"/>
                <a:gd name="T6" fmla="*/ 767 w 983"/>
                <a:gd name="T7" fmla="*/ 859 h 859"/>
                <a:gd name="T8" fmla="*/ 983 w 983"/>
                <a:gd name="T9" fmla="*/ 643 h 859"/>
                <a:gd name="T10" fmla="*/ 983 w 983"/>
                <a:gd name="T11" fmla="*/ 570 h 859"/>
                <a:gd name="T12" fmla="*/ 767 w 983"/>
                <a:gd name="T13" fmla="*/ 354 h 859"/>
                <a:gd name="T14" fmla="*/ 139 w 983"/>
                <a:gd name="T15" fmla="*/ 354 h 859"/>
                <a:gd name="T16" fmla="*/ 128 w 983"/>
                <a:gd name="T17" fmla="*/ 354 h 859"/>
                <a:gd name="T18" fmla="*/ 128 w 983"/>
                <a:gd name="T19" fmla="*/ 344 h 859"/>
                <a:gd name="T20" fmla="*/ 128 w 983"/>
                <a:gd name="T21" fmla="*/ 300 h 859"/>
                <a:gd name="T22" fmla="*/ 301 w 983"/>
                <a:gd name="T23" fmla="*/ 128 h 859"/>
                <a:gd name="T24" fmla="*/ 906 w 983"/>
                <a:gd name="T25" fmla="*/ 128 h 859"/>
                <a:gd name="T26" fmla="*/ 983 w 983"/>
                <a:gd name="T27" fmla="*/ 51 h 859"/>
                <a:gd name="T28" fmla="*/ 983 w 983"/>
                <a:gd name="T29" fmla="*/ 0 h 859"/>
                <a:gd name="T30" fmla="*/ 301 w 983"/>
                <a:gd name="T31" fmla="*/ 0 h 859"/>
                <a:gd name="T32" fmla="*/ 0 w 983"/>
                <a:gd name="T33" fmla="*/ 300 h 859"/>
                <a:gd name="T34" fmla="*/ 139 w 983"/>
                <a:gd name="T35" fmla="*/ 482 h 859"/>
                <a:gd name="T36" fmla="*/ 767 w 983"/>
                <a:gd name="T37" fmla="*/ 482 h 859"/>
                <a:gd name="T38" fmla="*/ 855 w 983"/>
                <a:gd name="T39" fmla="*/ 570 h 859"/>
                <a:gd name="T40" fmla="*/ 855 w 983"/>
                <a:gd name="T41" fmla="*/ 643 h 859"/>
                <a:gd name="T42" fmla="*/ 767 w 983"/>
                <a:gd name="T43" fmla="*/ 731 h 859"/>
                <a:gd name="T44" fmla="*/ 301 w 983"/>
                <a:gd name="T45" fmla="*/ 731 h 859"/>
                <a:gd name="T46" fmla="*/ 128 w 983"/>
                <a:gd name="T47" fmla="*/ 558 h 859"/>
                <a:gd name="T48" fmla="*/ 128 w 983"/>
                <a:gd name="T49" fmla="*/ 493 h 859"/>
                <a:gd name="T50" fmla="*/ 128 w 983"/>
                <a:gd name="T51" fmla="*/ 482 h 859"/>
                <a:gd name="T52" fmla="*/ 139 w 983"/>
                <a:gd name="T53" fmla="*/ 482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83" h="859">
                  <a:moveTo>
                    <a:pt x="0" y="300"/>
                  </a:moveTo>
                  <a:cubicBezTo>
                    <a:pt x="0" y="558"/>
                    <a:pt x="0" y="558"/>
                    <a:pt x="0" y="558"/>
                  </a:cubicBezTo>
                  <a:cubicBezTo>
                    <a:pt x="0" y="724"/>
                    <a:pt x="135" y="859"/>
                    <a:pt x="301" y="859"/>
                  </a:cubicBezTo>
                  <a:cubicBezTo>
                    <a:pt x="767" y="859"/>
                    <a:pt x="767" y="859"/>
                    <a:pt x="767" y="859"/>
                  </a:cubicBezTo>
                  <a:cubicBezTo>
                    <a:pt x="886" y="859"/>
                    <a:pt x="983" y="762"/>
                    <a:pt x="983" y="643"/>
                  </a:cubicBezTo>
                  <a:cubicBezTo>
                    <a:pt x="983" y="570"/>
                    <a:pt x="983" y="570"/>
                    <a:pt x="983" y="570"/>
                  </a:cubicBezTo>
                  <a:cubicBezTo>
                    <a:pt x="983" y="451"/>
                    <a:pt x="886" y="354"/>
                    <a:pt x="767" y="354"/>
                  </a:cubicBezTo>
                  <a:cubicBezTo>
                    <a:pt x="139" y="354"/>
                    <a:pt x="139" y="354"/>
                    <a:pt x="139" y="354"/>
                  </a:cubicBezTo>
                  <a:cubicBezTo>
                    <a:pt x="128" y="354"/>
                    <a:pt x="128" y="354"/>
                    <a:pt x="128" y="354"/>
                  </a:cubicBezTo>
                  <a:cubicBezTo>
                    <a:pt x="128" y="344"/>
                    <a:pt x="128" y="344"/>
                    <a:pt x="128" y="344"/>
                  </a:cubicBezTo>
                  <a:cubicBezTo>
                    <a:pt x="128" y="300"/>
                    <a:pt x="128" y="300"/>
                    <a:pt x="128" y="300"/>
                  </a:cubicBezTo>
                  <a:cubicBezTo>
                    <a:pt x="128" y="205"/>
                    <a:pt x="206" y="128"/>
                    <a:pt x="301" y="128"/>
                  </a:cubicBezTo>
                  <a:cubicBezTo>
                    <a:pt x="906" y="128"/>
                    <a:pt x="906" y="128"/>
                    <a:pt x="906" y="128"/>
                  </a:cubicBezTo>
                  <a:cubicBezTo>
                    <a:pt x="948" y="128"/>
                    <a:pt x="983" y="94"/>
                    <a:pt x="983" y="51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135" y="0"/>
                    <a:pt x="0" y="134"/>
                    <a:pt x="0" y="300"/>
                  </a:cubicBezTo>
                  <a:moveTo>
                    <a:pt x="139" y="482"/>
                  </a:moveTo>
                  <a:cubicBezTo>
                    <a:pt x="767" y="482"/>
                    <a:pt x="767" y="482"/>
                    <a:pt x="767" y="482"/>
                  </a:cubicBezTo>
                  <a:cubicBezTo>
                    <a:pt x="815" y="482"/>
                    <a:pt x="855" y="521"/>
                    <a:pt x="855" y="570"/>
                  </a:cubicBezTo>
                  <a:cubicBezTo>
                    <a:pt x="855" y="643"/>
                    <a:pt x="855" y="643"/>
                    <a:pt x="855" y="643"/>
                  </a:cubicBezTo>
                  <a:cubicBezTo>
                    <a:pt x="855" y="691"/>
                    <a:pt x="815" y="731"/>
                    <a:pt x="767" y="731"/>
                  </a:cubicBezTo>
                  <a:cubicBezTo>
                    <a:pt x="301" y="731"/>
                    <a:pt x="301" y="731"/>
                    <a:pt x="301" y="731"/>
                  </a:cubicBezTo>
                  <a:cubicBezTo>
                    <a:pt x="206" y="731"/>
                    <a:pt x="128" y="653"/>
                    <a:pt x="128" y="558"/>
                  </a:cubicBezTo>
                  <a:cubicBezTo>
                    <a:pt x="128" y="493"/>
                    <a:pt x="128" y="493"/>
                    <a:pt x="128" y="493"/>
                  </a:cubicBezTo>
                  <a:cubicBezTo>
                    <a:pt x="128" y="482"/>
                    <a:pt x="128" y="482"/>
                    <a:pt x="128" y="482"/>
                  </a:cubicBezTo>
                  <a:lnTo>
                    <a:pt x="139" y="4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10245725" y="788988"/>
              <a:ext cx="269875" cy="236538"/>
            </a:xfrm>
            <a:custGeom>
              <a:avLst/>
              <a:gdLst>
                <a:gd name="T0" fmla="*/ 0 w 981"/>
                <a:gd name="T1" fmla="*/ 558 h 859"/>
                <a:gd name="T2" fmla="*/ 300 w 981"/>
                <a:gd name="T3" fmla="*/ 859 h 859"/>
                <a:gd name="T4" fmla="*/ 681 w 981"/>
                <a:gd name="T5" fmla="*/ 859 h 859"/>
                <a:gd name="T6" fmla="*/ 981 w 981"/>
                <a:gd name="T7" fmla="*/ 558 h 859"/>
                <a:gd name="T8" fmla="*/ 981 w 981"/>
                <a:gd name="T9" fmla="*/ 300 h 859"/>
                <a:gd name="T10" fmla="*/ 681 w 981"/>
                <a:gd name="T11" fmla="*/ 0 h 859"/>
                <a:gd name="T12" fmla="*/ 300 w 981"/>
                <a:gd name="T13" fmla="*/ 0 h 859"/>
                <a:gd name="T14" fmla="*/ 0 w 981"/>
                <a:gd name="T15" fmla="*/ 300 h 859"/>
                <a:gd name="T16" fmla="*/ 0 w 981"/>
                <a:gd name="T17" fmla="*/ 558 h 859"/>
                <a:gd name="T18" fmla="*/ 128 w 981"/>
                <a:gd name="T19" fmla="*/ 300 h 859"/>
                <a:gd name="T20" fmla="*/ 300 w 981"/>
                <a:gd name="T21" fmla="*/ 128 h 859"/>
                <a:gd name="T22" fmla="*/ 681 w 981"/>
                <a:gd name="T23" fmla="*/ 128 h 859"/>
                <a:gd name="T24" fmla="*/ 853 w 981"/>
                <a:gd name="T25" fmla="*/ 300 h 859"/>
                <a:gd name="T26" fmla="*/ 853 w 981"/>
                <a:gd name="T27" fmla="*/ 558 h 859"/>
                <a:gd name="T28" fmla="*/ 681 w 981"/>
                <a:gd name="T29" fmla="*/ 731 h 859"/>
                <a:gd name="T30" fmla="*/ 300 w 981"/>
                <a:gd name="T31" fmla="*/ 731 h 859"/>
                <a:gd name="T32" fmla="*/ 128 w 981"/>
                <a:gd name="T33" fmla="*/ 558 h 859"/>
                <a:gd name="T34" fmla="*/ 128 w 981"/>
                <a:gd name="T35" fmla="*/ 30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81" h="859">
                  <a:moveTo>
                    <a:pt x="0" y="558"/>
                  </a:moveTo>
                  <a:cubicBezTo>
                    <a:pt x="0" y="724"/>
                    <a:pt x="135" y="859"/>
                    <a:pt x="300" y="859"/>
                  </a:cubicBezTo>
                  <a:cubicBezTo>
                    <a:pt x="681" y="859"/>
                    <a:pt x="681" y="859"/>
                    <a:pt x="681" y="859"/>
                  </a:cubicBezTo>
                  <a:cubicBezTo>
                    <a:pt x="846" y="859"/>
                    <a:pt x="981" y="724"/>
                    <a:pt x="981" y="558"/>
                  </a:cubicBezTo>
                  <a:cubicBezTo>
                    <a:pt x="981" y="300"/>
                    <a:pt x="981" y="300"/>
                    <a:pt x="981" y="300"/>
                  </a:cubicBezTo>
                  <a:cubicBezTo>
                    <a:pt x="981" y="135"/>
                    <a:pt x="846" y="0"/>
                    <a:pt x="681" y="0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135" y="0"/>
                    <a:pt x="0" y="135"/>
                    <a:pt x="0" y="300"/>
                  </a:cubicBezTo>
                  <a:lnTo>
                    <a:pt x="0" y="558"/>
                  </a:lnTo>
                  <a:close/>
                  <a:moveTo>
                    <a:pt x="128" y="300"/>
                  </a:moveTo>
                  <a:cubicBezTo>
                    <a:pt x="128" y="205"/>
                    <a:pt x="205" y="128"/>
                    <a:pt x="300" y="128"/>
                  </a:cubicBezTo>
                  <a:cubicBezTo>
                    <a:pt x="681" y="128"/>
                    <a:pt x="681" y="128"/>
                    <a:pt x="681" y="128"/>
                  </a:cubicBezTo>
                  <a:cubicBezTo>
                    <a:pt x="776" y="128"/>
                    <a:pt x="853" y="205"/>
                    <a:pt x="853" y="300"/>
                  </a:cubicBezTo>
                  <a:cubicBezTo>
                    <a:pt x="853" y="558"/>
                    <a:pt x="853" y="558"/>
                    <a:pt x="853" y="558"/>
                  </a:cubicBezTo>
                  <a:cubicBezTo>
                    <a:pt x="853" y="653"/>
                    <a:pt x="776" y="731"/>
                    <a:pt x="681" y="731"/>
                  </a:cubicBezTo>
                  <a:cubicBezTo>
                    <a:pt x="300" y="731"/>
                    <a:pt x="300" y="731"/>
                    <a:pt x="300" y="731"/>
                  </a:cubicBezTo>
                  <a:cubicBezTo>
                    <a:pt x="205" y="731"/>
                    <a:pt x="128" y="653"/>
                    <a:pt x="128" y="558"/>
                  </a:cubicBezTo>
                  <a:lnTo>
                    <a:pt x="12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5" name="图片 1"/>
          <p:cNvPicPr>
            <a:picLocks noChangeAspect="1"/>
          </p:cNvPicPr>
          <p:nvPr userDrawn="1"/>
        </p:nvPicPr>
        <p:blipFill>
          <a:blip r:embed="rId18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1"/>
          <p:cNvSpPr txBox="1">
            <a:spLocks noChangeAspect="1"/>
          </p:cNvSpPr>
          <p:nvPr userDrawn="1"/>
        </p:nvSpPr>
        <p:spPr>
          <a:xfrm>
            <a:off x="11862651" y="6531722"/>
            <a:ext cx="287078" cy="288000"/>
          </a:xfrm>
          <a:prstGeom prst="ellipse">
            <a:avLst/>
          </a:prstGeom>
          <a:solidFill>
            <a:srgbClr val="1146E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00"/>
            <a:endParaRPr kumimoji="1" lang="zh-CN" altLang="en-US" sz="12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spect="1"/>
          </p:cNvSpPr>
          <p:nvPr userDrawn="1"/>
        </p:nvSpPr>
        <p:spPr>
          <a:xfrm>
            <a:off x="11793287" y="6537223"/>
            <a:ext cx="4258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D536D8EC-CC4B-5049-B4AB-30C5E66DA51C}" type="slidenum">
              <a:rPr kumimoji="1" lang="zh-CN" altLang="en-US" sz="1200" smtClea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lang="zh-CN" altLang="en-US" sz="12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alphaModFix amt="77000"/>
          </a:blip>
          <a:srcRect l="9971" t="-7060" r="6309" b="8606"/>
          <a:stretch>
            <a:fillRect/>
          </a:stretch>
        </p:blipFill>
        <p:spPr>
          <a:xfrm>
            <a:off x="3526" y="0"/>
            <a:ext cx="12188474" cy="6858000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421244" y="1837785"/>
            <a:ext cx="11353038" cy="318243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zh-CN" sz="5400" b="1" dirty="0" smtClean="0">
                <a:solidFill>
                  <a:srgbClr val="0721A8"/>
                </a:solidFill>
                <a:latin typeface="+mn-lt"/>
                <a:ea typeface="+mn-ea"/>
                <a:cs typeface="+mn-ea"/>
              </a:rPr>
              <a:t>360</a:t>
            </a:r>
            <a:r>
              <a:rPr kumimoji="1" lang="zh-CN" altLang="en-US" sz="5400" b="1" dirty="0" smtClean="0">
                <a:solidFill>
                  <a:srgbClr val="0721A8"/>
                </a:solidFill>
                <a:latin typeface="+mn-lt"/>
                <a:ea typeface="+mn-ea"/>
                <a:cs typeface="+mn-ea"/>
              </a:rPr>
              <a:t>安全云</a:t>
            </a:r>
            <a:r>
              <a:rPr kumimoji="1" lang="zh-CN" altLang="en-US" sz="5400" b="1" dirty="0">
                <a:solidFill>
                  <a:srgbClr val="0721A8"/>
                </a:solidFill>
                <a:latin typeface="+mn-lt"/>
                <a:ea typeface="+mn-ea"/>
                <a:cs typeface="+mn-ea"/>
              </a:rPr>
              <a:t>智能</a:t>
            </a:r>
            <a:r>
              <a:rPr kumimoji="1" lang="zh-CN" altLang="en-US" sz="5400" b="1" dirty="0" smtClean="0">
                <a:solidFill>
                  <a:srgbClr val="0721A8"/>
                </a:solidFill>
                <a:latin typeface="+mn-lt"/>
                <a:ea typeface="+mn-ea"/>
                <a:cs typeface="+mn-ea"/>
              </a:rPr>
              <a:t>体协作平台</a:t>
            </a:r>
            <a:endParaRPr kumimoji="1" lang="en-US" altLang="zh-CN" sz="5400" b="1" dirty="0" smtClean="0">
              <a:solidFill>
                <a:srgbClr val="0721A8"/>
              </a:solidFill>
              <a:latin typeface="+mn-lt"/>
              <a:ea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4700" b="1" dirty="0" smtClean="0">
                <a:solidFill>
                  <a:srgbClr val="0721A8"/>
                </a:solidFill>
                <a:latin typeface="+mn-lt"/>
                <a:ea typeface="+mn-ea"/>
                <a:cs typeface="+mn-ea"/>
              </a:rPr>
              <a:t>                 ——</a:t>
            </a:r>
            <a:r>
              <a:rPr kumimoji="1" lang="zh-CN" altLang="en-US" sz="4700" b="1" dirty="0" smtClean="0">
                <a:solidFill>
                  <a:srgbClr val="0721A8"/>
                </a:solidFill>
                <a:latin typeface="+mn-lt"/>
                <a:ea typeface="+mn-ea"/>
                <a:cs typeface="+mn-ea"/>
              </a:rPr>
              <a:t>助力</a:t>
            </a:r>
            <a:r>
              <a:rPr kumimoji="1" lang="zh-CN" altLang="en-US" sz="5200" b="1" dirty="0" smtClean="0">
                <a:solidFill>
                  <a:srgbClr val="FFC000"/>
                </a:solidFill>
                <a:latin typeface="+mn-lt"/>
                <a:ea typeface="+mn-ea"/>
                <a:cs typeface="+mn-ea"/>
              </a:rPr>
              <a:t>合作伙伴</a:t>
            </a:r>
            <a:r>
              <a:rPr kumimoji="1" lang="zh-CN" altLang="en-US" sz="4700" b="1" dirty="0" smtClean="0">
                <a:solidFill>
                  <a:srgbClr val="0721A8"/>
                </a:solidFill>
                <a:latin typeface="+mn-lt"/>
                <a:ea typeface="+mn-ea"/>
                <a:cs typeface="+mn-ea"/>
              </a:rPr>
              <a:t>安全运营</a:t>
            </a:r>
            <a:endParaRPr kumimoji="1" lang="en-US" altLang="zh-CN" sz="4800" b="1" dirty="0">
              <a:solidFill>
                <a:srgbClr val="0721A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/>
        </p:nvGrpSpPr>
        <p:grpSpPr>
          <a:xfrm>
            <a:off x="164419" y="123842"/>
            <a:ext cx="1788530" cy="504000"/>
            <a:chOff x="9242425" y="727075"/>
            <a:chExt cx="1273175" cy="358775"/>
          </a:xfrm>
          <a:solidFill>
            <a:srgbClr val="01AB7A"/>
          </a:solidFill>
        </p:grpSpPr>
        <p:sp>
          <p:nvSpPr>
            <p:cNvPr id="7" name="Freeform 5"/>
            <p:cNvSpPr/>
            <p:nvPr userDrawn="1"/>
          </p:nvSpPr>
          <p:spPr bwMode="auto">
            <a:xfrm>
              <a:off x="9344025" y="828675"/>
              <a:ext cx="155575" cy="155575"/>
            </a:xfrm>
            <a:custGeom>
              <a:avLst/>
              <a:gdLst>
                <a:gd name="T0" fmla="*/ 504 w 568"/>
                <a:gd name="T1" fmla="*/ 220 h 569"/>
                <a:gd name="T2" fmla="*/ 348 w 568"/>
                <a:gd name="T3" fmla="*/ 220 h 569"/>
                <a:gd name="T4" fmla="*/ 348 w 568"/>
                <a:gd name="T5" fmla="*/ 65 h 569"/>
                <a:gd name="T6" fmla="*/ 284 w 568"/>
                <a:gd name="T7" fmla="*/ 0 h 569"/>
                <a:gd name="T8" fmla="*/ 219 w 568"/>
                <a:gd name="T9" fmla="*/ 65 h 569"/>
                <a:gd name="T10" fmla="*/ 219 w 568"/>
                <a:gd name="T11" fmla="*/ 220 h 569"/>
                <a:gd name="T12" fmla="*/ 64 w 568"/>
                <a:gd name="T13" fmla="*/ 220 h 569"/>
                <a:gd name="T14" fmla="*/ 0 w 568"/>
                <a:gd name="T15" fmla="*/ 284 h 569"/>
                <a:gd name="T16" fmla="*/ 64 w 568"/>
                <a:gd name="T17" fmla="*/ 349 h 569"/>
                <a:gd name="T18" fmla="*/ 219 w 568"/>
                <a:gd name="T19" fmla="*/ 349 h 569"/>
                <a:gd name="T20" fmla="*/ 219 w 568"/>
                <a:gd name="T21" fmla="*/ 504 h 569"/>
                <a:gd name="T22" fmla="*/ 284 w 568"/>
                <a:gd name="T23" fmla="*/ 569 h 569"/>
                <a:gd name="T24" fmla="*/ 348 w 568"/>
                <a:gd name="T25" fmla="*/ 504 h 569"/>
                <a:gd name="T26" fmla="*/ 348 w 568"/>
                <a:gd name="T27" fmla="*/ 349 h 569"/>
                <a:gd name="T28" fmla="*/ 504 w 568"/>
                <a:gd name="T29" fmla="*/ 349 h 569"/>
                <a:gd name="T30" fmla="*/ 568 w 568"/>
                <a:gd name="T31" fmla="*/ 284 h 569"/>
                <a:gd name="T32" fmla="*/ 504 w 568"/>
                <a:gd name="T33" fmla="*/ 220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8" h="569">
                  <a:moveTo>
                    <a:pt x="504" y="220"/>
                  </a:moveTo>
                  <a:cubicBezTo>
                    <a:pt x="348" y="220"/>
                    <a:pt x="348" y="220"/>
                    <a:pt x="348" y="220"/>
                  </a:cubicBezTo>
                  <a:cubicBezTo>
                    <a:pt x="348" y="65"/>
                    <a:pt x="348" y="65"/>
                    <a:pt x="348" y="65"/>
                  </a:cubicBezTo>
                  <a:cubicBezTo>
                    <a:pt x="348" y="29"/>
                    <a:pt x="320" y="0"/>
                    <a:pt x="284" y="0"/>
                  </a:cubicBezTo>
                  <a:cubicBezTo>
                    <a:pt x="248" y="0"/>
                    <a:pt x="219" y="29"/>
                    <a:pt x="219" y="65"/>
                  </a:cubicBezTo>
                  <a:cubicBezTo>
                    <a:pt x="219" y="220"/>
                    <a:pt x="219" y="220"/>
                    <a:pt x="219" y="220"/>
                  </a:cubicBezTo>
                  <a:cubicBezTo>
                    <a:pt x="64" y="220"/>
                    <a:pt x="64" y="220"/>
                    <a:pt x="64" y="220"/>
                  </a:cubicBezTo>
                  <a:cubicBezTo>
                    <a:pt x="28" y="220"/>
                    <a:pt x="0" y="249"/>
                    <a:pt x="0" y="284"/>
                  </a:cubicBezTo>
                  <a:cubicBezTo>
                    <a:pt x="0" y="320"/>
                    <a:pt x="28" y="349"/>
                    <a:pt x="64" y="349"/>
                  </a:cubicBezTo>
                  <a:cubicBezTo>
                    <a:pt x="219" y="349"/>
                    <a:pt x="219" y="349"/>
                    <a:pt x="219" y="349"/>
                  </a:cubicBezTo>
                  <a:cubicBezTo>
                    <a:pt x="219" y="504"/>
                    <a:pt x="219" y="504"/>
                    <a:pt x="219" y="504"/>
                  </a:cubicBezTo>
                  <a:cubicBezTo>
                    <a:pt x="219" y="540"/>
                    <a:pt x="248" y="569"/>
                    <a:pt x="284" y="569"/>
                  </a:cubicBezTo>
                  <a:cubicBezTo>
                    <a:pt x="320" y="569"/>
                    <a:pt x="348" y="540"/>
                    <a:pt x="348" y="504"/>
                  </a:cubicBezTo>
                  <a:cubicBezTo>
                    <a:pt x="348" y="349"/>
                    <a:pt x="348" y="349"/>
                    <a:pt x="348" y="349"/>
                  </a:cubicBezTo>
                  <a:cubicBezTo>
                    <a:pt x="504" y="349"/>
                    <a:pt x="504" y="349"/>
                    <a:pt x="504" y="349"/>
                  </a:cubicBezTo>
                  <a:cubicBezTo>
                    <a:pt x="539" y="349"/>
                    <a:pt x="568" y="320"/>
                    <a:pt x="568" y="284"/>
                  </a:cubicBezTo>
                  <a:cubicBezTo>
                    <a:pt x="568" y="249"/>
                    <a:pt x="539" y="220"/>
                    <a:pt x="504" y="2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  <a:cs typeface="+mn-ea"/>
                <a:sym typeface="+mn-lt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9242425" y="727075"/>
              <a:ext cx="358775" cy="358775"/>
            </a:xfrm>
            <a:custGeom>
              <a:avLst/>
              <a:gdLst>
                <a:gd name="T0" fmla="*/ 1211 w 1304"/>
                <a:gd name="T1" fmla="*/ 316 h 1304"/>
                <a:gd name="T2" fmla="*/ 1193 w 1304"/>
                <a:gd name="T3" fmla="*/ 289 h 1304"/>
                <a:gd name="T4" fmla="*/ 863 w 1304"/>
                <a:gd name="T5" fmla="*/ 35 h 1304"/>
                <a:gd name="T6" fmla="*/ 849 w 1304"/>
                <a:gd name="T7" fmla="*/ 31 h 1304"/>
                <a:gd name="T8" fmla="*/ 831 w 1304"/>
                <a:gd name="T9" fmla="*/ 25 h 1304"/>
                <a:gd name="T10" fmla="*/ 808 w 1304"/>
                <a:gd name="T11" fmla="*/ 19 h 1304"/>
                <a:gd name="T12" fmla="*/ 788 w 1304"/>
                <a:gd name="T13" fmla="*/ 15 h 1304"/>
                <a:gd name="T14" fmla="*/ 742 w 1304"/>
                <a:gd name="T15" fmla="*/ 7 h 1304"/>
                <a:gd name="T16" fmla="*/ 721 w 1304"/>
                <a:gd name="T17" fmla="*/ 4 h 1304"/>
                <a:gd name="T18" fmla="*/ 694 w 1304"/>
                <a:gd name="T19" fmla="*/ 2 h 1304"/>
                <a:gd name="T20" fmla="*/ 671 w 1304"/>
                <a:gd name="T21" fmla="*/ 1 h 1304"/>
                <a:gd name="T22" fmla="*/ 651 w 1304"/>
                <a:gd name="T23" fmla="*/ 0 h 1304"/>
                <a:gd name="T24" fmla="*/ 113 w 1304"/>
                <a:gd name="T25" fmla="*/ 286 h 1304"/>
                <a:gd name="T26" fmla="*/ 104 w 1304"/>
                <a:gd name="T27" fmla="*/ 300 h 1304"/>
                <a:gd name="T28" fmla="*/ 89 w 1304"/>
                <a:gd name="T29" fmla="*/ 323 h 1304"/>
                <a:gd name="T30" fmla="*/ 81 w 1304"/>
                <a:gd name="T31" fmla="*/ 338 h 1304"/>
                <a:gd name="T32" fmla="*/ 72 w 1304"/>
                <a:gd name="T33" fmla="*/ 354 h 1304"/>
                <a:gd name="T34" fmla="*/ 64 w 1304"/>
                <a:gd name="T35" fmla="*/ 371 h 1304"/>
                <a:gd name="T36" fmla="*/ 0 w 1304"/>
                <a:gd name="T37" fmla="*/ 652 h 1304"/>
                <a:gd name="T38" fmla="*/ 71 w 1304"/>
                <a:gd name="T39" fmla="*/ 949 h 1304"/>
                <a:gd name="T40" fmla="*/ 444 w 1304"/>
                <a:gd name="T41" fmla="*/ 1270 h 1304"/>
                <a:gd name="T42" fmla="*/ 464 w 1304"/>
                <a:gd name="T43" fmla="*/ 1277 h 1304"/>
                <a:gd name="T44" fmla="*/ 491 w 1304"/>
                <a:gd name="T45" fmla="*/ 1284 h 1304"/>
                <a:gd name="T46" fmla="*/ 513 w 1304"/>
                <a:gd name="T47" fmla="*/ 1289 h 1304"/>
                <a:gd name="T48" fmla="*/ 652 w 1304"/>
                <a:gd name="T49" fmla="*/ 1304 h 1304"/>
                <a:gd name="T50" fmla="*/ 686 w 1304"/>
                <a:gd name="T51" fmla="*/ 1304 h 1304"/>
                <a:gd name="T52" fmla="*/ 768 w 1304"/>
                <a:gd name="T53" fmla="*/ 1294 h 1304"/>
                <a:gd name="T54" fmla="*/ 784 w 1304"/>
                <a:gd name="T55" fmla="*/ 1291 h 1304"/>
                <a:gd name="T56" fmla="*/ 833 w 1304"/>
                <a:gd name="T57" fmla="*/ 1279 h 1304"/>
                <a:gd name="T58" fmla="*/ 850 w 1304"/>
                <a:gd name="T59" fmla="*/ 1274 h 1304"/>
                <a:gd name="T60" fmla="*/ 878 w 1304"/>
                <a:gd name="T61" fmla="*/ 1264 h 1304"/>
                <a:gd name="T62" fmla="*/ 897 w 1304"/>
                <a:gd name="T63" fmla="*/ 1257 h 1304"/>
                <a:gd name="T64" fmla="*/ 921 w 1304"/>
                <a:gd name="T65" fmla="*/ 1246 h 1304"/>
                <a:gd name="T66" fmla="*/ 940 w 1304"/>
                <a:gd name="T67" fmla="*/ 1238 h 1304"/>
                <a:gd name="T68" fmla="*/ 962 w 1304"/>
                <a:gd name="T69" fmla="*/ 1226 h 1304"/>
                <a:gd name="T70" fmla="*/ 980 w 1304"/>
                <a:gd name="T71" fmla="*/ 1216 h 1304"/>
                <a:gd name="T72" fmla="*/ 1304 w 1304"/>
                <a:gd name="T73" fmla="*/ 652 h 1304"/>
                <a:gd name="T74" fmla="*/ 1038 w 1304"/>
                <a:gd name="T75" fmla="*/ 1101 h 1304"/>
                <a:gd name="T76" fmla="*/ 342 w 1304"/>
                <a:gd name="T77" fmla="*/ 920 h 1304"/>
                <a:gd name="T78" fmla="*/ 115 w 1304"/>
                <a:gd name="T79" fmla="*/ 891 h 1304"/>
                <a:gd name="T80" fmla="*/ 112 w 1304"/>
                <a:gd name="T81" fmla="*/ 894 h 1304"/>
                <a:gd name="T82" fmla="*/ 267 w 1304"/>
                <a:gd name="T83" fmla="*/ 203 h 1304"/>
                <a:gd name="T84" fmla="*/ 962 w 1304"/>
                <a:gd name="T85" fmla="*/ 384 h 1304"/>
                <a:gd name="T86" fmla="*/ 1189 w 1304"/>
                <a:gd name="T87" fmla="*/ 414 h 1304"/>
                <a:gd name="T88" fmla="*/ 1193 w 1304"/>
                <a:gd name="T89" fmla="*/ 410 h 1304"/>
                <a:gd name="T90" fmla="*/ 1038 w 1304"/>
                <a:gd name="T91" fmla="*/ 1101 h 1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04" h="1304">
                  <a:moveTo>
                    <a:pt x="1212" y="319"/>
                  </a:moveTo>
                  <a:cubicBezTo>
                    <a:pt x="1212" y="318"/>
                    <a:pt x="1211" y="317"/>
                    <a:pt x="1211" y="316"/>
                  </a:cubicBezTo>
                  <a:cubicBezTo>
                    <a:pt x="1208" y="311"/>
                    <a:pt x="1205" y="306"/>
                    <a:pt x="1202" y="301"/>
                  </a:cubicBezTo>
                  <a:cubicBezTo>
                    <a:pt x="1199" y="297"/>
                    <a:pt x="1196" y="293"/>
                    <a:pt x="1193" y="289"/>
                  </a:cubicBezTo>
                  <a:cubicBezTo>
                    <a:pt x="1193" y="288"/>
                    <a:pt x="1193" y="288"/>
                    <a:pt x="1193" y="288"/>
                  </a:cubicBezTo>
                  <a:cubicBezTo>
                    <a:pt x="1114" y="171"/>
                    <a:pt x="999" y="81"/>
                    <a:pt x="863" y="35"/>
                  </a:cubicBezTo>
                  <a:cubicBezTo>
                    <a:pt x="862" y="35"/>
                    <a:pt x="862" y="35"/>
                    <a:pt x="861" y="35"/>
                  </a:cubicBezTo>
                  <a:cubicBezTo>
                    <a:pt x="857" y="33"/>
                    <a:pt x="853" y="32"/>
                    <a:pt x="849" y="31"/>
                  </a:cubicBezTo>
                  <a:cubicBezTo>
                    <a:pt x="847" y="30"/>
                    <a:pt x="844" y="29"/>
                    <a:pt x="842" y="28"/>
                  </a:cubicBezTo>
                  <a:cubicBezTo>
                    <a:pt x="838" y="27"/>
                    <a:pt x="835" y="26"/>
                    <a:pt x="831" y="25"/>
                  </a:cubicBezTo>
                  <a:cubicBezTo>
                    <a:pt x="826" y="24"/>
                    <a:pt x="820" y="22"/>
                    <a:pt x="814" y="21"/>
                  </a:cubicBezTo>
                  <a:cubicBezTo>
                    <a:pt x="812" y="20"/>
                    <a:pt x="810" y="20"/>
                    <a:pt x="808" y="19"/>
                  </a:cubicBezTo>
                  <a:cubicBezTo>
                    <a:pt x="803" y="18"/>
                    <a:pt x="798" y="17"/>
                    <a:pt x="794" y="16"/>
                  </a:cubicBezTo>
                  <a:cubicBezTo>
                    <a:pt x="792" y="15"/>
                    <a:pt x="790" y="15"/>
                    <a:pt x="788" y="15"/>
                  </a:cubicBezTo>
                  <a:cubicBezTo>
                    <a:pt x="774" y="12"/>
                    <a:pt x="761" y="9"/>
                    <a:pt x="747" y="7"/>
                  </a:cubicBezTo>
                  <a:cubicBezTo>
                    <a:pt x="745" y="7"/>
                    <a:pt x="744" y="7"/>
                    <a:pt x="742" y="7"/>
                  </a:cubicBezTo>
                  <a:cubicBezTo>
                    <a:pt x="736" y="6"/>
                    <a:pt x="730" y="5"/>
                    <a:pt x="724" y="4"/>
                  </a:cubicBezTo>
                  <a:cubicBezTo>
                    <a:pt x="723" y="4"/>
                    <a:pt x="722" y="4"/>
                    <a:pt x="721" y="4"/>
                  </a:cubicBezTo>
                  <a:cubicBezTo>
                    <a:pt x="714" y="3"/>
                    <a:pt x="707" y="3"/>
                    <a:pt x="700" y="2"/>
                  </a:cubicBezTo>
                  <a:cubicBezTo>
                    <a:pt x="698" y="2"/>
                    <a:pt x="696" y="2"/>
                    <a:pt x="694" y="2"/>
                  </a:cubicBezTo>
                  <a:cubicBezTo>
                    <a:pt x="690" y="1"/>
                    <a:pt x="685" y="1"/>
                    <a:pt x="680" y="1"/>
                  </a:cubicBezTo>
                  <a:cubicBezTo>
                    <a:pt x="677" y="1"/>
                    <a:pt x="674" y="1"/>
                    <a:pt x="671" y="1"/>
                  </a:cubicBezTo>
                  <a:cubicBezTo>
                    <a:pt x="668" y="1"/>
                    <a:pt x="664" y="1"/>
                    <a:pt x="660" y="1"/>
                  </a:cubicBezTo>
                  <a:cubicBezTo>
                    <a:pt x="657" y="0"/>
                    <a:pt x="654" y="0"/>
                    <a:pt x="651" y="0"/>
                  </a:cubicBezTo>
                  <a:cubicBezTo>
                    <a:pt x="640" y="0"/>
                    <a:pt x="629" y="1"/>
                    <a:pt x="618" y="1"/>
                  </a:cubicBezTo>
                  <a:cubicBezTo>
                    <a:pt x="408" y="12"/>
                    <a:pt x="224" y="123"/>
                    <a:pt x="113" y="286"/>
                  </a:cubicBezTo>
                  <a:cubicBezTo>
                    <a:pt x="112" y="287"/>
                    <a:pt x="112" y="288"/>
                    <a:pt x="111" y="289"/>
                  </a:cubicBezTo>
                  <a:cubicBezTo>
                    <a:pt x="109" y="293"/>
                    <a:pt x="106" y="296"/>
                    <a:pt x="104" y="300"/>
                  </a:cubicBezTo>
                  <a:cubicBezTo>
                    <a:pt x="103" y="301"/>
                    <a:pt x="102" y="302"/>
                    <a:pt x="101" y="304"/>
                  </a:cubicBezTo>
                  <a:cubicBezTo>
                    <a:pt x="97" y="310"/>
                    <a:pt x="93" y="317"/>
                    <a:pt x="89" y="323"/>
                  </a:cubicBezTo>
                  <a:cubicBezTo>
                    <a:pt x="88" y="325"/>
                    <a:pt x="87" y="327"/>
                    <a:pt x="86" y="329"/>
                  </a:cubicBezTo>
                  <a:cubicBezTo>
                    <a:pt x="85" y="332"/>
                    <a:pt x="83" y="335"/>
                    <a:pt x="81" y="338"/>
                  </a:cubicBezTo>
                  <a:cubicBezTo>
                    <a:pt x="80" y="341"/>
                    <a:pt x="78" y="343"/>
                    <a:pt x="77" y="346"/>
                  </a:cubicBezTo>
                  <a:cubicBezTo>
                    <a:pt x="75" y="348"/>
                    <a:pt x="74" y="351"/>
                    <a:pt x="72" y="354"/>
                  </a:cubicBezTo>
                  <a:cubicBezTo>
                    <a:pt x="70" y="358"/>
                    <a:pt x="68" y="363"/>
                    <a:pt x="66" y="367"/>
                  </a:cubicBezTo>
                  <a:cubicBezTo>
                    <a:pt x="65" y="368"/>
                    <a:pt x="65" y="369"/>
                    <a:pt x="64" y="371"/>
                  </a:cubicBezTo>
                  <a:cubicBezTo>
                    <a:pt x="64" y="371"/>
                    <a:pt x="64" y="371"/>
                    <a:pt x="64" y="371"/>
                  </a:cubicBezTo>
                  <a:cubicBezTo>
                    <a:pt x="23" y="456"/>
                    <a:pt x="0" y="552"/>
                    <a:pt x="0" y="652"/>
                  </a:cubicBezTo>
                  <a:cubicBezTo>
                    <a:pt x="0" y="759"/>
                    <a:pt x="26" y="860"/>
                    <a:pt x="71" y="948"/>
                  </a:cubicBezTo>
                  <a:cubicBezTo>
                    <a:pt x="71" y="949"/>
                    <a:pt x="71" y="949"/>
                    <a:pt x="71" y="949"/>
                  </a:cubicBezTo>
                  <a:cubicBezTo>
                    <a:pt x="148" y="1099"/>
                    <a:pt x="281" y="1215"/>
                    <a:pt x="442" y="1270"/>
                  </a:cubicBezTo>
                  <a:cubicBezTo>
                    <a:pt x="442" y="1270"/>
                    <a:pt x="443" y="1270"/>
                    <a:pt x="444" y="1270"/>
                  </a:cubicBezTo>
                  <a:cubicBezTo>
                    <a:pt x="447" y="1271"/>
                    <a:pt x="451" y="1273"/>
                    <a:pt x="455" y="1274"/>
                  </a:cubicBezTo>
                  <a:cubicBezTo>
                    <a:pt x="458" y="1275"/>
                    <a:pt x="461" y="1276"/>
                    <a:pt x="464" y="1277"/>
                  </a:cubicBezTo>
                  <a:cubicBezTo>
                    <a:pt x="467" y="1278"/>
                    <a:pt x="470" y="1278"/>
                    <a:pt x="472" y="1279"/>
                  </a:cubicBezTo>
                  <a:cubicBezTo>
                    <a:pt x="479" y="1281"/>
                    <a:pt x="485" y="1283"/>
                    <a:pt x="491" y="1284"/>
                  </a:cubicBezTo>
                  <a:cubicBezTo>
                    <a:pt x="492" y="1284"/>
                    <a:pt x="493" y="1285"/>
                    <a:pt x="494" y="1285"/>
                  </a:cubicBezTo>
                  <a:cubicBezTo>
                    <a:pt x="500" y="1286"/>
                    <a:pt x="507" y="1288"/>
                    <a:pt x="513" y="1289"/>
                  </a:cubicBezTo>
                  <a:cubicBezTo>
                    <a:pt x="514" y="1290"/>
                    <a:pt x="514" y="1290"/>
                    <a:pt x="515" y="1290"/>
                  </a:cubicBezTo>
                  <a:cubicBezTo>
                    <a:pt x="559" y="1299"/>
                    <a:pt x="605" y="1304"/>
                    <a:pt x="652" y="1304"/>
                  </a:cubicBezTo>
                  <a:cubicBezTo>
                    <a:pt x="660" y="1304"/>
                    <a:pt x="668" y="1304"/>
                    <a:pt x="676" y="1304"/>
                  </a:cubicBezTo>
                  <a:cubicBezTo>
                    <a:pt x="680" y="1304"/>
                    <a:pt x="683" y="1304"/>
                    <a:pt x="686" y="1304"/>
                  </a:cubicBezTo>
                  <a:cubicBezTo>
                    <a:pt x="714" y="1302"/>
                    <a:pt x="741" y="1299"/>
                    <a:pt x="768" y="1294"/>
                  </a:cubicBezTo>
                  <a:cubicBezTo>
                    <a:pt x="768" y="1294"/>
                    <a:pt x="768" y="1294"/>
                    <a:pt x="768" y="1294"/>
                  </a:cubicBezTo>
                  <a:cubicBezTo>
                    <a:pt x="773" y="1293"/>
                    <a:pt x="778" y="1292"/>
                    <a:pt x="784" y="1291"/>
                  </a:cubicBezTo>
                  <a:cubicBezTo>
                    <a:pt x="784" y="1291"/>
                    <a:pt x="784" y="1291"/>
                    <a:pt x="784" y="1291"/>
                  </a:cubicBezTo>
                  <a:cubicBezTo>
                    <a:pt x="799" y="1288"/>
                    <a:pt x="814" y="1284"/>
                    <a:pt x="828" y="1280"/>
                  </a:cubicBezTo>
                  <a:cubicBezTo>
                    <a:pt x="830" y="1280"/>
                    <a:pt x="831" y="1279"/>
                    <a:pt x="833" y="1279"/>
                  </a:cubicBezTo>
                  <a:cubicBezTo>
                    <a:pt x="837" y="1278"/>
                    <a:pt x="841" y="1276"/>
                    <a:pt x="846" y="1275"/>
                  </a:cubicBezTo>
                  <a:cubicBezTo>
                    <a:pt x="847" y="1275"/>
                    <a:pt x="848" y="1274"/>
                    <a:pt x="850" y="1274"/>
                  </a:cubicBezTo>
                  <a:cubicBezTo>
                    <a:pt x="857" y="1272"/>
                    <a:pt x="864" y="1269"/>
                    <a:pt x="871" y="1267"/>
                  </a:cubicBezTo>
                  <a:cubicBezTo>
                    <a:pt x="873" y="1266"/>
                    <a:pt x="876" y="1265"/>
                    <a:pt x="878" y="1264"/>
                  </a:cubicBezTo>
                  <a:cubicBezTo>
                    <a:pt x="881" y="1263"/>
                    <a:pt x="885" y="1262"/>
                    <a:pt x="888" y="1260"/>
                  </a:cubicBezTo>
                  <a:cubicBezTo>
                    <a:pt x="891" y="1259"/>
                    <a:pt x="894" y="1258"/>
                    <a:pt x="897" y="1257"/>
                  </a:cubicBezTo>
                  <a:cubicBezTo>
                    <a:pt x="900" y="1256"/>
                    <a:pt x="902" y="1255"/>
                    <a:pt x="905" y="1253"/>
                  </a:cubicBezTo>
                  <a:cubicBezTo>
                    <a:pt x="911" y="1251"/>
                    <a:pt x="916" y="1249"/>
                    <a:pt x="921" y="1246"/>
                  </a:cubicBezTo>
                  <a:cubicBezTo>
                    <a:pt x="923" y="1246"/>
                    <a:pt x="925" y="1245"/>
                    <a:pt x="927" y="1244"/>
                  </a:cubicBezTo>
                  <a:cubicBezTo>
                    <a:pt x="931" y="1242"/>
                    <a:pt x="935" y="1240"/>
                    <a:pt x="940" y="1238"/>
                  </a:cubicBezTo>
                  <a:cubicBezTo>
                    <a:pt x="945" y="1235"/>
                    <a:pt x="945" y="1235"/>
                    <a:pt x="945" y="1235"/>
                  </a:cubicBezTo>
                  <a:cubicBezTo>
                    <a:pt x="950" y="1232"/>
                    <a:pt x="956" y="1229"/>
                    <a:pt x="962" y="1226"/>
                  </a:cubicBezTo>
                  <a:cubicBezTo>
                    <a:pt x="962" y="1226"/>
                    <a:pt x="962" y="1226"/>
                    <a:pt x="962" y="1226"/>
                  </a:cubicBezTo>
                  <a:cubicBezTo>
                    <a:pt x="968" y="1223"/>
                    <a:pt x="974" y="1219"/>
                    <a:pt x="980" y="1216"/>
                  </a:cubicBezTo>
                  <a:cubicBezTo>
                    <a:pt x="981" y="1216"/>
                    <a:pt x="981" y="1216"/>
                    <a:pt x="981" y="1215"/>
                  </a:cubicBezTo>
                  <a:cubicBezTo>
                    <a:pt x="1174" y="1102"/>
                    <a:pt x="1304" y="892"/>
                    <a:pt x="1304" y="652"/>
                  </a:cubicBezTo>
                  <a:cubicBezTo>
                    <a:pt x="1304" y="530"/>
                    <a:pt x="1271" y="416"/>
                    <a:pt x="1212" y="319"/>
                  </a:cubicBezTo>
                  <a:moveTo>
                    <a:pt x="1038" y="1101"/>
                  </a:moveTo>
                  <a:cubicBezTo>
                    <a:pt x="994" y="1124"/>
                    <a:pt x="942" y="1142"/>
                    <a:pt x="886" y="1148"/>
                  </a:cubicBezTo>
                  <a:cubicBezTo>
                    <a:pt x="660" y="1173"/>
                    <a:pt x="513" y="1090"/>
                    <a:pt x="342" y="920"/>
                  </a:cubicBezTo>
                  <a:cubicBezTo>
                    <a:pt x="319" y="898"/>
                    <a:pt x="281" y="875"/>
                    <a:pt x="263" y="868"/>
                  </a:cubicBezTo>
                  <a:cubicBezTo>
                    <a:pt x="189" y="842"/>
                    <a:pt x="138" y="874"/>
                    <a:pt x="115" y="891"/>
                  </a:cubicBezTo>
                  <a:cubicBezTo>
                    <a:pt x="115" y="891"/>
                    <a:pt x="115" y="891"/>
                    <a:pt x="115" y="891"/>
                  </a:cubicBezTo>
                  <a:cubicBezTo>
                    <a:pt x="115" y="891"/>
                    <a:pt x="114" y="892"/>
                    <a:pt x="112" y="894"/>
                  </a:cubicBezTo>
                  <a:cubicBezTo>
                    <a:pt x="79" y="820"/>
                    <a:pt x="60" y="738"/>
                    <a:pt x="60" y="652"/>
                  </a:cubicBezTo>
                  <a:cubicBezTo>
                    <a:pt x="60" y="473"/>
                    <a:pt x="141" y="312"/>
                    <a:pt x="267" y="203"/>
                  </a:cubicBezTo>
                  <a:cubicBezTo>
                    <a:pt x="312" y="180"/>
                    <a:pt x="362" y="163"/>
                    <a:pt x="419" y="157"/>
                  </a:cubicBezTo>
                  <a:cubicBezTo>
                    <a:pt x="644" y="131"/>
                    <a:pt x="791" y="215"/>
                    <a:pt x="962" y="384"/>
                  </a:cubicBezTo>
                  <a:cubicBezTo>
                    <a:pt x="985" y="407"/>
                    <a:pt x="1023" y="430"/>
                    <a:pt x="1041" y="436"/>
                  </a:cubicBezTo>
                  <a:cubicBezTo>
                    <a:pt x="1116" y="463"/>
                    <a:pt x="1167" y="431"/>
                    <a:pt x="1189" y="414"/>
                  </a:cubicBezTo>
                  <a:cubicBezTo>
                    <a:pt x="1189" y="414"/>
                    <a:pt x="1189" y="414"/>
                    <a:pt x="1189" y="414"/>
                  </a:cubicBezTo>
                  <a:cubicBezTo>
                    <a:pt x="1189" y="414"/>
                    <a:pt x="1191" y="412"/>
                    <a:pt x="1193" y="410"/>
                  </a:cubicBezTo>
                  <a:cubicBezTo>
                    <a:pt x="1226" y="484"/>
                    <a:pt x="1244" y="566"/>
                    <a:pt x="1244" y="652"/>
                  </a:cubicBezTo>
                  <a:cubicBezTo>
                    <a:pt x="1244" y="831"/>
                    <a:pt x="1164" y="992"/>
                    <a:pt x="1038" y="110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9639300" y="788988"/>
              <a:ext cx="274638" cy="236538"/>
            </a:xfrm>
            <a:custGeom>
              <a:avLst/>
              <a:gdLst>
                <a:gd name="T0" fmla="*/ 998 w 998"/>
                <a:gd name="T1" fmla="*/ 300 h 859"/>
                <a:gd name="T2" fmla="*/ 698 w 998"/>
                <a:gd name="T3" fmla="*/ 0 h 859"/>
                <a:gd name="T4" fmla="*/ 0 w 998"/>
                <a:gd name="T5" fmla="*/ 0 h 859"/>
                <a:gd name="T6" fmla="*/ 0 w 998"/>
                <a:gd name="T7" fmla="*/ 51 h 859"/>
                <a:gd name="T8" fmla="*/ 76 w 998"/>
                <a:gd name="T9" fmla="*/ 128 h 859"/>
                <a:gd name="T10" fmla="*/ 697 w 998"/>
                <a:gd name="T11" fmla="*/ 128 h 859"/>
                <a:gd name="T12" fmla="*/ 870 w 998"/>
                <a:gd name="T13" fmla="*/ 301 h 859"/>
                <a:gd name="T14" fmla="*/ 870 w 998"/>
                <a:gd name="T15" fmla="*/ 343 h 859"/>
                <a:gd name="T16" fmla="*/ 870 w 998"/>
                <a:gd name="T17" fmla="*/ 354 h 859"/>
                <a:gd name="T18" fmla="*/ 859 w 998"/>
                <a:gd name="T19" fmla="*/ 354 h 859"/>
                <a:gd name="T20" fmla="*/ 86 w 998"/>
                <a:gd name="T21" fmla="*/ 354 h 859"/>
                <a:gd name="T22" fmla="*/ 86 w 998"/>
                <a:gd name="T23" fmla="*/ 482 h 859"/>
                <a:gd name="T24" fmla="*/ 859 w 998"/>
                <a:gd name="T25" fmla="*/ 482 h 859"/>
                <a:gd name="T26" fmla="*/ 870 w 998"/>
                <a:gd name="T27" fmla="*/ 482 h 859"/>
                <a:gd name="T28" fmla="*/ 870 w 998"/>
                <a:gd name="T29" fmla="*/ 493 h 859"/>
                <a:gd name="T30" fmla="*/ 870 w 998"/>
                <a:gd name="T31" fmla="*/ 558 h 859"/>
                <a:gd name="T32" fmla="*/ 697 w 998"/>
                <a:gd name="T33" fmla="*/ 731 h 859"/>
                <a:gd name="T34" fmla="*/ 77 w 998"/>
                <a:gd name="T35" fmla="*/ 731 h 859"/>
                <a:gd name="T36" fmla="*/ 0 w 998"/>
                <a:gd name="T37" fmla="*/ 808 h 859"/>
                <a:gd name="T38" fmla="*/ 0 w 998"/>
                <a:gd name="T39" fmla="*/ 859 h 859"/>
                <a:gd name="T40" fmla="*/ 694 w 998"/>
                <a:gd name="T41" fmla="*/ 859 h 859"/>
                <a:gd name="T42" fmla="*/ 891 w 998"/>
                <a:gd name="T43" fmla="*/ 784 h 859"/>
                <a:gd name="T44" fmla="*/ 998 w 998"/>
                <a:gd name="T45" fmla="*/ 562 h 859"/>
                <a:gd name="T46" fmla="*/ 998 w 998"/>
                <a:gd name="T47" fmla="*/ 30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98" h="859">
                  <a:moveTo>
                    <a:pt x="998" y="300"/>
                  </a:moveTo>
                  <a:cubicBezTo>
                    <a:pt x="998" y="146"/>
                    <a:pt x="863" y="0"/>
                    <a:pt x="69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94"/>
                    <a:pt x="34" y="128"/>
                    <a:pt x="76" y="128"/>
                  </a:cubicBezTo>
                  <a:cubicBezTo>
                    <a:pt x="697" y="128"/>
                    <a:pt x="697" y="128"/>
                    <a:pt x="697" y="128"/>
                  </a:cubicBezTo>
                  <a:cubicBezTo>
                    <a:pt x="792" y="128"/>
                    <a:pt x="870" y="206"/>
                    <a:pt x="870" y="301"/>
                  </a:cubicBezTo>
                  <a:cubicBezTo>
                    <a:pt x="870" y="343"/>
                    <a:pt x="870" y="343"/>
                    <a:pt x="870" y="343"/>
                  </a:cubicBezTo>
                  <a:cubicBezTo>
                    <a:pt x="870" y="354"/>
                    <a:pt x="870" y="354"/>
                    <a:pt x="870" y="354"/>
                  </a:cubicBezTo>
                  <a:cubicBezTo>
                    <a:pt x="859" y="354"/>
                    <a:pt x="859" y="354"/>
                    <a:pt x="859" y="354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86" y="482"/>
                    <a:pt x="86" y="482"/>
                    <a:pt x="86" y="482"/>
                  </a:cubicBezTo>
                  <a:cubicBezTo>
                    <a:pt x="859" y="482"/>
                    <a:pt x="859" y="482"/>
                    <a:pt x="859" y="482"/>
                  </a:cubicBezTo>
                  <a:cubicBezTo>
                    <a:pt x="870" y="482"/>
                    <a:pt x="870" y="482"/>
                    <a:pt x="870" y="482"/>
                  </a:cubicBezTo>
                  <a:cubicBezTo>
                    <a:pt x="870" y="493"/>
                    <a:pt x="870" y="493"/>
                    <a:pt x="870" y="493"/>
                  </a:cubicBezTo>
                  <a:cubicBezTo>
                    <a:pt x="870" y="558"/>
                    <a:pt x="870" y="558"/>
                    <a:pt x="870" y="558"/>
                  </a:cubicBezTo>
                  <a:cubicBezTo>
                    <a:pt x="870" y="653"/>
                    <a:pt x="793" y="731"/>
                    <a:pt x="697" y="731"/>
                  </a:cubicBezTo>
                  <a:cubicBezTo>
                    <a:pt x="77" y="731"/>
                    <a:pt x="77" y="731"/>
                    <a:pt x="77" y="731"/>
                  </a:cubicBezTo>
                  <a:cubicBezTo>
                    <a:pt x="34" y="731"/>
                    <a:pt x="0" y="765"/>
                    <a:pt x="0" y="808"/>
                  </a:cubicBezTo>
                  <a:cubicBezTo>
                    <a:pt x="0" y="859"/>
                    <a:pt x="0" y="859"/>
                    <a:pt x="0" y="859"/>
                  </a:cubicBezTo>
                  <a:cubicBezTo>
                    <a:pt x="694" y="859"/>
                    <a:pt x="694" y="859"/>
                    <a:pt x="694" y="859"/>
                  </a:cubicBezTo>
                  <a:cubicBezTo>
                    <a:pt x="769" y="859"/>
                    <a:pt x="834" y="832"/>
                    <a:pt x="891" y="784"/>
                  </a:cubicBezTo>
                  <a:cubicBezTo>
                    <a:pt x="964" y="724"/>
                    <a:pt x="998" y="628"/>
                    <a:pt x="998" y="562"/>
                  </a:cubicBezTo>
                  <a:lnTo>
                    <a:pt x="99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003366"/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9944100" y="788988"/>
              <a:ext cx="271463" cy="236538"/>
            </a:xfrm>
            <a:custGeom>
              <a:avLst/>
              <a:gdLst>
                <a:gd name="T0" fmla="*/ 0 w 983"/>
                <a:gd name="T1" fmla="*/ 300 h 859"/>
                <a:gd name="T2" fmla="*/ 0 w 983"/>
                <a:gd name="T3" fmla="*/ 558 h 859"/>
                <a:gd name="T4" fmla="*/ 301 w 983"/>
                <a:gd name="T5" fmla="*/ 859 h 859"/>
                <a:gd name="T6" fmla="*/ 767 w 983"/>
                <a:gd name="T7" fmla="*/ 859 h 859"/>
                <a:gd name="T8" fmla="*/ 983 w 983"/>
                <a:gd name="T9" fmla="*/ 643 h 859"/>
                <a:gd name="T10" fmla="*/ 983 w 983"/>
                <a:gd name="T11" fmla="*/ 570 h 859"/>
                <a:gd name="T12" fmla="*/ 767 w 983"/>
                <a:gd name="T13" fmla="*/ 354 h 859"/>
                <a:gd name="T14" fmla="*/ 139 w 983"/>
                <a:gd name="T15" fmla="*/ 354 h 859"/>
                <a:gd name="T16" fmla="*/ 128 w 983"/>
                <a:gd name="T17" fmla="*/ 354 h 859"/>
                <a:gd name="T18" fmla="*/ 128 w 983"/>
                <a:gd name="T19" fmla="*/ 344 h 859"/>
                <a:gd name="T20" fmla="*/ 128 w 983"/>
                <a:gd name="T21" fmla="*/ 300 h 859"/>
                <a:gd name="T22" fmla="*/ 301 w 983"/>
                <a:gd name="T23" fmla="*/ 128 h 859"/>
                <a:gd name="T24" fmla="*/ 906 w 983"/>
                <a:gd name="T25" fmla="*/ 128 h 859"/>
                <a:gd name="T26" fmla="*/ 983 w 983"/>
                <a:gd name="T27" fmla="*/ 51 h 859"/>
                <a:gd name="T28" fmla="*/ 983 w 983"/>
                <a:gd name="T29" fmla="*/ 0 h 859"/>
                <a:gd name="T30" fmla="*/ 301 w 983"/>
                <a:gd name="T31" fmla="*/ 0 h 859"/>
                <a:gd name="T32" fmla="*/ 0 w 983"/>
                <a:gd name="T33" fmla="*/ 300 h 859"/>
                <a:gd name="T34" fmla="*/ 139 w 983"/>
                <a:gd name="T35" fmla="*/ 482 h 859"/>
                <a:gd name="T36" fmla="*/ 767 w 983"/>
                <a:gd name="T37" fmla="*/ 482 h 859"/>
                <a:gd name="T38" fmla="*/ 855 w 983"/>
                <a:gd name="T39" fmla="*/ 570 h 859"/>
                <a:gd name="T40" fmla="*/ 855 w 983"/>
                <a:gd name="T41" fmla="*/ 643 h 859"/>
                <a:gd name="T42" fmla="*/ 767 w 983"/>
                <a:gd name="T43" fmla="*/ 731 h 859"/>
                <a:gd name="T44" fmla="*/ 301 w 983"/>
                <a:gd name="T45" fmla="*/ 731 h 859"/>
                <a:gd name="T46" fmla="*/ 128 w 983"/>
                <a:gd name="T47" fmla="*/ 558 h 859"/>
                <a:gd name="T48" fmla="*/ 128 w 983"/>
                <a:gd name="T49" fmla="*/ 493 h 859"/>
                <a:gd name="T50" fmla="*/ 128 w 983"/>
                <a:gd name="T51" fmla="*/ 482 h 859"/>
                <a:gd name="T52" fmla="*/ 139 w 983"/>
                <a:gd name="T53" fmla="*/ 482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83" h="859">
                  <a:moveTo>
                    <a:pt x="0" y="300"/>
                  </a:moveTo>
                  <a:cubicBezTo>
                    <a:pt x="0" y="558"/>
                    <a:pt x="0" y="558"/>
                    <a:pt x="0" y="558"/>
                  </a:cubicBezTo>
                  <a:cubicBezTo>
                    <a:pt x="0" y="724"/>
                    <a:pt x="135" y="859"/>
                    <a:pt x="301" y="859"/>
                  </a:cubicBezTo>
                  <a:cubicBezTo>
                    <a:pt x="767" y="859"/>
                    <a:pt x="767" y="859"/>
                    <a:pt x="767" y="859"/>
                  </a:cubicBezTo>
                  <a:cubicBezTo>
                    <a:pt x="886" y="859"/>
                    <a:pt x="983" y="762"/>
                    <a:pt x="983" y="643"/>
                  </a:cubicBezTo>
                  <a:cubicBezTo>
                    <a:pt x="983" y="570"/>
                    <a:pt x="983" y="570"/>
                    <a:pt x="983" y="570"/>
                  </a:cubicBezTo>
                  <a:cubicBezTo>
                    <a:pt x="983" y="451"/>
                    <a:pt x="886" y="354"/>
                    <a:pt x="767" y="354"/>
                  </a:cubicBezTo>
                  <a:cubicBezTo>
                    <a:pt x="139" y="354"/>
                    <a:pt x="139" y="354"/>
                    <a:pt x="139" y="354"/>
                  </a:cubicBezTo>
                  <a:cubicBezTo>
                    <a:pt x="128" y="354"/>
                    <a:pt x="128" y="354"/>
                    <a:pt x="128" y="354"/>
                  </a:cubicBezTo>
                  <a:cubicBezTo>
                    <a:pt x="128" y="344"/>
                    <a:pt x="128" y="344"/>
                    <a:pt x="128" y="344"/>
                  </a:cubicBezTo>
                  <a:cubicBezTo>
                    <a:pt x="128" y="300"/>
                    <a:pt x="128" y="300"/>
                    <a:pt x="128" y="300"/>
                  </a:cubicBezTo>
                  <a:cubicBezTo>
                    <a:pt x="128" y="205"/>
                    <a:pt x="206" y="128"/>
                    <a:pt x="301" y="128"/>
                  </a:cubicBezTo>
                  <a:cubicBezTo>
                    <a:pt x="906" y="128"/>
                    <a:pt x="906" y="128"/>
                    <a:pt x="906" y="128"/>
                  </a:cubicBezTo>
                  <a:cubicBezTo>
                    <a:pt x="948" y="128"/>
                    <a:pt x="983" y="94"/>
                    <a:pt x="983" y="51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135" y="0"/>
                    <a:pt x="0" y="134"/>
                    <a:pt x="0" y="300"/>
                  </a:cubicBezTo>
                  <a:moveTo>
                    <a:pt x="139" y="482"/>
                  </a:moveTo>
                  <a:cubicBezTo>
                    <a:pt x="767" y="482"/>
                    <a:pt x="767" y="482"/>
                    <a:pt x="767" y="482"/>
                  </a:cubicBezTo>
                  <a:cubicBezTo>
                    <a:pt x="815" y="482"/>
                    <a:pt x="855" y="521"/>
                    <a:pt x="855" y="570"/>
                  </a:cubicBezTo>
                  <a:cubicBezTo>
                    <a:pt x="855" y="643"/>
                    <a:pt x="855" y="643"/>
                    <a:pt x="855" y="643"/>
                  </a:cubicBezTo>
                  <a:cubicBezTo>
                    <a:pt x="855" y="691"/>
                    <a:pt x="815" y="731"/>
                    <a:pt x="767" y="731"/>
                  </a:cubicBezTo>
                  <a:cubicBezTo>
                    <a:pt x="301" y="731"/>
                    <a:pt x="301" y="731"/>
                    <a:pt x="301" y="731"/>
                  </a:cubicBezTo>
                  <a:cubicBezTo>
                    <a:pt x="206" y="731"/>
                    <a:pt x="128" y="653"/>
                    <a:pt x="128" y="558"/>
                  </a:cubicBezTo>
                  <a:cubicBezTo>
                    <a:pt x="128" y="493"/>
                    <a:pt x="128" y="493"/>
                    <a:pt x="128" y="493"/>
                  </a:cubicBezTo>
                  <a:cubicBezTo>
                    <a:pt x="128" y="482"/>
                    <a:pt x="128" y="482"/>
                    <a:pt x="128" y="482"/>
                  </a:cubicBezTo>
                  <a:lnTo>
                    <a:pt x="139" y="4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  <a:cs typeface="+mn-ea"/>
                <a:sym typeface="+mn-lt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10245725" y="788988"/>
              <a:ext cx="269875" cy="236538"/>
            </a:xfrm>
            <a:custGeom>
              <a:avLst/>
              <a:gdLst>
                <a:gd name="T0" fmla="*/ 0 w 981"/>
                <a:gd name="T1" fmla="*/ 558 h 859"/>
                <a:gd name="T2" fmla="*/ 300 w 981"/>
                <a:gd name="T3" fmla="*/ 859 h 859"/>
                <a:gd name="T4" fmla="*/ 681 w 981"/>
                <a:gd name="T5" fmla="*/ 859 h 859"/>
                <a:gd name="T6" fmla="*/ 981 w 981"/>
                <a:gd name="T7" fmla="*/ 558 h 859"/>
                <a:gd name="T8" fmla="*/ 981 w 981"/>
                <a:gd name="T9" fmla="*/ 300 h 859"/>
                <a:gd name="T10" fmla="*/ 681 w 981"/>
                <a:gd name="T11" fmla="*/ 0 h 859"/>
                <a:gd name="T12" fmla="*/ 300 w 981"/>
                <a:gd name="T13" fmla="*/ 0 h 859"/>
                <a:gd name="T14" fmla="*/ 0 w 981"/>
                <a:gd name="T15" fmla="*/ 300 h 859"/>
                <a:gd name="T16" fmla="*/ 0 w 981"/>
                <a:gd name="T17" fmla="*/ 558 h 859"/>
                <a:gd name="T18" fmla="*/ 128 w 981"/>
                <a:gd name="T19" fmla="*/ 300 h 859"/>
                <a:gd name="T20" fmla="*/ 300 w 981"/>
                <a:gd name="T21" fmla="*/ 128 h 859"/>
                <a:gd name="T22" fmla="*/ 681 w 981"/>
                <a:gd name="T23" fmla="*/ 128 h 859"/>
                <a:gd name="T24" fmla="*/ 853 w 981"/>
                <a:gd name="T25" fmla="*/ 300 h 859"/>
                <a:gd name="T26" fmla="*/ 853 w 981"/>
                <a:gd name="T27" fmla="*/ 558 h 859"/>
                <a:gd name="T28" fmla="*/ 681 w 981"/>
                <a:gd name="T29" fmla="*/ 731 h 859"/>
                <a:gd name="T30" fmla="*/ 300 w 981"/>
                <a:gd name="T31" fmla="*/ 731 h 859"/>
                <a:gd name="T32" fmla="*/ 128 w 981"/>
                <a:gd name="T33" fmla="*/ 558 h 859"/>
                <a:gd name="T34" fmla="*/ 128 w 981"/>
                <a:gd name="T35" fmla="*/ 30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81" h="859">
                  <a:moveTo>
                    <a:pt x="0" y="558"/>
                  </a:moveTo>
                  <a:cubicBezTo>
                    <a:pt x="0" y="724"/>
                    <a:pt x="135" y="859"/>
                    <a:pt x="300" y="859"/>
                  </a:cubicBezTo>
                  <a:cubicBezTo>
                    <a:pt x="681" y="859"/>
                    <a:pt x="681" y="859"/>
                    <a:pt x="681" y="859"/>
                  </a:cubicBezTo>
                  <a:cubicBezTo>
                    <a:pt x="846" y="859"/>
                    <a:pt x="981" y="724"/>
                    <a:pt x="981" y="558"/>
                  </a:cubicBezTo>
                  <a:cubicBezTo>
                    <a:pt x="981" y="300"/>
                    <a:pt x="981" y="300"/>
                    <a:pt x="981" y="300"/>
                  </a:cubicBezTo>
                  <a:cubicBezTo>
                    <a:pt x="981" y="135"/>
                    <a:pt x="846" y="0"/>
                    <a:pt x="681" y="0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135" y="0"/>
                    <a:pt x="0" y="135"/>
                    <a:pt x="0" y="300"/>
                  </a:cubicBezTo>
                  <a:lnTo>
                    <a:pt x="0" y="558"/>
                  </a:lnTo>
                  <a:close/>
                  <a:moveTo>
                    <a:pt x="128" y="300"/>
                  </a:moveTo>
                  <a:cubicBezTo>
                    <a:pt x="128" y="205"/>
                    <a:pt x="205" y="128"/>
                    <a:pt x="300" y="128"/>
                  </a:cubicBezTo>
                  <a:cubicBezTo>
                    <a:pt x="681" y="128"/>
                    <a:pt x="681" y="128"/>
                    <a:pt x="681" y="128"/>
                  </a:cubicBezTo>
                  <a:cubicBezTo>
                    <a:pt x="776" y="128"/>
                    <a:pt x="853" y="205"/>
                    <a:pt x="853" y="300"/>
                  </a:cubicBezTo>
                  <a:cubicBezTo>
                    <a:pt x="853" y="558"/>
                    <a:pt x="853" y="558"/>
                    <a:pt x="853" y="558"/>
                  </a:cubicBezTo>
                  <a:cubicBezTo>
                    <a:pt x="853" y="653"/>
                    <a:pt x="776" y="731"/>
                    <a:pt x="681" y="731"/>
                  </a:cubicBezTo>
                  <a:cubicBezTo>
                    <a:pt x="300" y="731"/>
                    <a:pt x="300" y="731"/>
                    <a:pt x="300" y="731"/>
                  </a:cubicBezTo>
                  <a:cubicBezTo>
                    <a:pt x="205" y="731"/>
                    <a:pt x="128" y="653"/>
                    <a:pt x="128" y="558"/>
                  </a:cubicBezTo>
                  <a:lnTo>
                    <a:pt x="128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3366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4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alphaModFix amt="77000"/>
          </a:blip>
          <a:srcRect l="9971" t="-7060" r="6309" b="8606"/>
          <a:stretch>
            <a:fillRect/>
          </a:stretch>
        </p:blipFill>
        <p:spPr>
          <a:xfrm>
            <a:off x="0" y="218474"/>
            <a:ext cx="12191999" cy="675195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13" y="5468830"/>
            <a:ext cx="2225586" cy="6225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643498" y="2470020"/>
            <a:ext cx="8905002" cy="813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dirty="0">
                <a:solidFill>
                  <a:srgbClr val="0721A8"/>
                </a:solidFill>
                <a:cs typeface="+mn-ea"/>
                <a:sym typeface="+mn-lt"/>
              </a:rPr>
              <a:t>为网络强国和数字中国建设贡献力量！</a:t>
            </a:r>
            <a:endParaRPr lang="en-US" altLang="zh-CN" sz="4000" b="1" dirty="0">
              <a:solidFill>
                <a:srgbClr val="0721A8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74a4f632-edf3-40a8-99d6-6dc2294da1e7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74a4f632-edf3-40a8-99d6-6dc2294da1e7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74a4f632-edf3-40a8-99d6-6dc2294da1e7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spcFirstLastPara="0" vert="horz" wrap="square" lIns="52593" tIns="43703" rIns="52593" bIns="43703" numCol="1" spcCol="1270" anchor="ctr" anchorCtr="0">
        <a:noAutofit/>
      </a:bodyPr>
      <a:lstStyle>
        <a:defPPr marL="0" indent="0" algn="ctr" defTabSz="622300">
          <a:lnSpc>
            <a:spcPct val="90000"/>
          </a:lnSpc>
          <a:spcBef>
            <a:spcPct val="0"/>
          </a:spcBef>
          <a:spcAft>
            <a:spcPct val="35000"/>
          </a:spcAft>
          <a:buNone/>
          <a:defRPr sz="1400" b="1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4455</TotalTime>
  <Words>43</Words>
  <Application>Microsoft Office PowerPoint</Application>
  <PresentationFormat>宽屏</PresentationFormat>
  <Paragraphs>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Helvetica Light</vt:lpstr>
      <vt:lpstr>等线</vt:lpstr>
      <vt:lpstr>楷体</vt:lpstr>
      <vt:lpstr>宋体</vt:lpstr>
      <vt:lpstr>微软雅黑</vt:lpstr>
      <vt:lpstr>Arial</vt:lpstr>
      <vt:lpstr>Calibri</vt:lpstr>
      <vt:lpstr>Calibri Light</vt:lpstr>
      <vt:lpstr>1_Office 主题​​</vt:lpstr>
      <vt:lpstr>1_自定义设计方案</vt:lpstr>
      <vt:lpstr>2_Office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吕亚洲</cp:lastModifiedBy>
  <cp:revision>511</cp:revision>
  <cp:lastPrinted>2025-05-28T09:39:00Z</cp:lastPrinted>
  <dcterms:created xsi:type="dcterms:W3CDTF">2025-02-26T10:45:00Z</dcterms:created>
  <dcterms:modified xsi:type="dcterms:W3CDTF">2026-06-20T14:15:45Z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08192C66D492120D0041BD67EB8519DF_42</vt:lpwstr>
  </property>
  <property fmtid="{D5CDD505-2E9C-101B-9397-08002B2CF9AE}" pid="3" name="KSOProductBuildVer">
    <vt:lpwstr>2052-12.1.0.20784</vt:lpwstr>
  </property>
</Properties>
</file>